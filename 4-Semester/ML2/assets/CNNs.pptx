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57" r:id="rId4"/>
    <p:sldId id="259" r:id="rId5"/>
    <p:sldId id="260" r:id="rId6"/>
    <p:sldId id="258" r:id="rId7"/>
    <p:sldId id="262" r:id="rId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281"/>
  </p:normalViewPr>
  <p:slideViewPr>
    <p:cSldViewPr snapToGrid="0">
      <p:cViewPr varScale="1">
        <p:scale>
          <a:sx n="96" d="100"/>
          <a:sy n="96" d="100"/>
        </p:scale>
        <p:origin x="200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D71FE-CC79-BB85-91C8-311D06F36B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D5F42-9F7F-A1AF-97CC-B25653C423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EEE17-F4FC-85FE-6CB0-BA3B6ECD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F75D-032C-0547-B4BE-6E44CF80B681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B140B-36D1-93DF-0DB7-8CC32558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D9DB4-6FC5-249B-1F61-6BB978EDA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1E78-E13E-0E4D-A993-876ED0B6434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26498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D1701-ED90-3580-853F-D06F2EE77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43179-BA64-F43D-0591-32405CC6A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C7555-5D1D-FB25-7BEC-3CEE8F6DC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F75D-032C-0547-B4BE-6E44CF80B681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D0A9-B789-B93E-0499-95DAC34FA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BF627-CF9F-C643-B127-7A1BCE06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1E78-E13E-0E4D-A993-876ED0B6434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4920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DCE2-2BBC-1333-E35B-72B0F2B1D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E7D3C-55A0-85A0-A7BD-DA1AAE925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AFE29-B5EF-8190-0C8D-3E3CCCD72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F75D-032C-0547-B4BE-6E44CF80B681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7261-8BA0-DAD9-CD14-D1A5E2B86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3CB99-8FFA-C447-1E0F-B1B0A8AC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1E78-E13E-0E4D-A993-876ED0B6434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73908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952B-2912-724B-B631-D173F7C3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B58C1-FC08-5B33-016C-A75ECE53E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C765A-81E7-F21E-5C82-0169793AC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29E39-9D8E-E54C-DCA3-0C293A6B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F75D-032C-0547-B4BE-6E44CF80B681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F7F84-D0FD-0B27-39C3-E48BF8FC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F43A7-38BE-2C67-5CD2-18F2CEA2D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1E78-E13E-0E4D-A993-876ED0B6434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8974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F2E2-5B06-FDF5-3A29-67A628FC5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97161-A7EE-B884-20EE-E5DE21DF1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29907-732F-E308-8C1A-E6011B09E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45B40-5F7E-8D99-541B-EE92405DA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C423DF-46E2-59D0-E4B4-DE440DDB3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26FA28-CA65-FFED-8D47-0D06E1634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F75D-032C-0547-B4BE-6E44CF80B681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5EFD33-7308-DF05-D6E7-719F91C6A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D0A8CB-4063-BD38-7B21-87A6B3A7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1E78-E13E-0E4D-A993-876ED0B6434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38520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CBA3-E34C-7DCC-BB90-EBBEA77F4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3ED8E8-72EB-328F-E2FA-61BD3CADC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F75D-032C-0547-B4BE-6E44CF80B681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51549D-AEDA-0120-F760-84B7D5C93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21FC04-A592-8A9D-BB63-D2BFF7897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1E78-E13E-0E4D-A993-876ED0B6434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2617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1C6554-8232-2BAF-C14D-8E03A124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F75D-032C-0547-B4BE-6E44CF80B681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90433-02AC-6594-49A4-B6FF5E28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09B22-E79F-731E-CAD6-0B62E9C9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1E78-E13E-0E4D-A993-876ED0B6434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10403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21D11-A944-D0ED-0844-36FBF23D4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63DC2-53A7-43F1-159F-496557291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7E64C0-F6A6-385F-6850-6E5CA8951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57B6A-EF80-1BC2-A5A9-A7715E7EA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F75D-032C-0547-B4BE-6E44CF80B681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6E4F2-CC26-39EA-ECF6-C12BBD03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B6778-7FE8-E8DC-1BD9-EE1D7526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1E78-E13E-0E4D-A993-876ED0B6434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26106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5CB4-9C49-2766-5819-1E6B3972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6D1B77-B7B5-A822-0421-4D3DEABEC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160DA-9B8E-5698-A175-BE8524572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1FA6B-1D44-022C-9010-A46563DBA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F75D-032C-0547-B4BE-6E44CF80B681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9B93E-92E1-0C46-71BF-F7334BD1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1EF21-C9FC-24D1-5167-99AB8A8A8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1E78-E13E-0E4D-A993-876ED0B6434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74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AA616-16EB-DB0A-E697-01CEC0DE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A066A-CF8C-8116-1F5D-05758BD54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C2D9C-157A-6104-2FB9-597E8BCB2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F75D-032C-0547-B4BE-6E44CF80B681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13ED9-717D-14E9-ECCB-CA61EA9D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C10BC-BDCF-EDF1-000D-B835585E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1E78-E13E-0E4D-A993-876ED0B6434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07430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04EABE-C4A2-FAD5-1EAF-ECAF196D5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319E0-A00D-BF73-3129-8A502A50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F34D0-6A57-D10E-28B7-A8BB86F9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BF75D-032C-0547-B4BE-6E44CF80B681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A0C9A-0B9B-E1B7-D0BD-42C2A857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AC003-D3B1-E10A-007E-75686851D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21E78-E13E-0E4D-A993-876ED0B6434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45316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A25124-3E60-FA4E-354F-2115723E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B2387-7DCA-DDE7-DDA5-17B81ABAD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3B598-CD69-18A8-9846-43390FC44E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3BF75D-032C-0547-B4BE-6E44CF80B681}" type="datetimeFigureOut">
              <a:rPr lang="en-DE" smtClean="0"/>
              <a:t>31.03.24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69A7C-49DC-8ACE-63A6-4BDE79035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C8918-1B3C-3A64-6587-F3CE56FD4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21E78-E13E-0E4D-A993-876ED0B6434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2745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 16">
            <a:extLst>
              <a:ext uri="{FF2B5EF4-FFF2-40B4-BE49-F238E27FC236}">
                <a16:creationId xmlns:a16="http://schemas.microsoft.com/office/drawing/2014/main" id="{1A647345-2CCC-20BD-E9EA-D7CF272738EF}"/>
              </a:ext>
            </a:extLst>
          </p:cNvPr>
          <p:cNvSpPr/>
          <p:nvPr/>
        </p:nvSpPr>
        <p:spPr>
          <a:xfrm>
            <a:off x="1827709" y="4304865"/>
            <a:ext cx="2413591" cy="786810"/>
          </a:xfrm>
          <a:prstGeom prst="parallelogram">
            <a:avLst>
              <a:gd name="adj" fmla="val 8851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Parallelogramm 22">
            <a:extLst>
              <a:ext uri="{FF2B5EF4-FFF2-40B4-BE49-F238E27FC236}">
                <a16:creationId xmlns:a16="http://schemas.microsoft.com/office/drawing/2014/main" id="{8FACC4A9-880A-FF49-FBCD-E5E5869F3B9F}"/>
              </a:ext>
            </a:extLst>
          </p:cNvPr>
          <p:cNvSpPr/>
          <p:nvPr/>
        </p:nvSpPr>
        <p:spPr>
          <a:xfrm>
            <a:off x="1827708" y="4188812"/>
            <a:ext cx="2413591" cy="786810"/>
          </a:xfrm>
          <a:prstGeom prst="parallelogram">
            <a:avLst>
              <a:gd name="adj" fmla="val 8851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Parallelogramm 23">
            <a:extLst>
              <a:ext uri="{FF2B5EF4-FFF2-40B4-BE49-F238E27FC236}">
                <a16:creationId xmlns:a16="http://schemas.microsoft.com/office/drawing/2014/main" id="{E09D828B-0986-F4E8-A5A0-B3D18350AE8C}"/>
              </a:ext>
            </a:extLst>
          </p:cNvPr>
          <p:cNvSpPr/>
          <p:nvPr/>
        </p:nvSpPr>
        <p:spPr>
          <a:xfrm>
            <a:off x="1827707" y="4046693"/>
            <a:ext cx="2413591" cy="786810"/>
          </a:xfrm>
          <a:prstGeom prst="parallelogram">
            <a:avLst>
              <a:gd name="adj" fmla="val 8851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Parallelogramm 24">
            <a:extLst>
              <a:ext uri="{FF2B5EF4-FFF2-40B4-BE49-F238E27FC236}">
                <a16:creationId xmlns:a16="http://schemas.microsoft.com/office/drawing/2014/main" id="{832B1EAA-D7EE-C88C-563A-0D9C9C183C13}"/>
              </a:ext>
            </a:extLst>
          </p:cNvPr>
          <p:cNvSpPr/>
          <p:nvPr/>
        </p:nvSpPr>
        <p:spPr>
          <a:xfrm>
            <a:off x="2159744" y="2216401"/>
            <a:ext cx="2413591" cy="786810"/>
          </a:xfrm>
          <a:prstGeom prst="parallelogram">
            <a:avLst>
              <a:gd name="adj" fmla="val 88513"/>
            </a:avLst>
          </a:prstGeom>
          <a:solidFill>
            <a:schemeClr val="bg1">
              <a:lumMod val="8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Gerade Verbindung mit Pfeil 29">
            <a:extLst>
              <a:ext uri="{FF2B5EF4-FFF2-40B4-BE49-F238E27FC236}">
                <a16:creationId xmlns:a16="http://schemas.microsoft.com/office/drawing/2014/main" id="{1DDE31C2-AFAF-4FA2-9942-D0BE3F42E067}"/>
              </a:ext>
            </a:extLst>
          </p:cNvPr>
          <p:cNvCxnSpPr>
            <a:cxnSpLocks/>
          </p:cNvCxnSpPr>
          <p:nvPr/>
        </p:nvCxnSpPr>
        <p:spPr>
          <a:xfrm flipV="1">
            <a:off x="3227139" y="3245618"/>
            <a:ext cx="0" cy="570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arallelogramm 34">
            <a:extLst>
              <a:ext uri="{FF2B5EF4-FFF2-40B4-BE49-F238E27FC236}">
                <a16:creationId xmlns:a16="http://schemas.microsoft.com/office/drawing/2014/main" id="{DCB24971-7D86-8B59-50FC-FAE403199217}"/>
              </a:ext>
            </a:extLst>
          </p:cNvPr>
          <p:cNvSpPr/>
          <p:nvPr/>
        </p:nvSpPr>
        <p:spPr>
          <a:xfrm>
            <a:off x="4702590" y="4537436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Parallelogramm 35">
            <a:extLst>
              <a:ext uri="{FF2B5EF4-FFF2-40B4-BE49-F238E27FC236}">
                <a16:creationId xmlns:a16="http://schemas.microsoft.com/office/drawing/2014/main" id="{AE95F8DF-0939-86DB-907F-D3CF12C197C8}"/>
              </a:ext>
            </a:extLst>
          </p:cNvPr>
          <p:cNvSpPr/>
          <p:nvPr/>
        </p:nvSpPr>
        <p:spPr>
          <a:xfrm>
            <a:off x="4702589" y="4421383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Parallelogramm 36">
            <a:extLst>
              <a:ext uri="{FF2B5EF4-FFF2-40B4-BE49-F238E27FC236}">
                <a16:creationId xmlns:a16="http://schemas.microsoft.com/office/drawing/2014/main" id="{9BA06C05-D096-1338-E370-CDB07A1366AF}"/>
              </a:ext>
            </a:extLst>
          </p:cNvPr>
          <p:cNvSpPr/>
          <p:nvPr/>
        </p:nvSpPr>
        <p:spPr>
          <a:xfrm>
            <a:off x="4702588" y="4279264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feld 39">
            <a:extLst>
              <a:ext uri="{FF2B5EF4-FFF2-40B4-BE49-F238E27FC236}">
                <a16:creationId xmlns:a16="http://schemas.microsoft.com/office/drawing/2014/main" id="{63CB9960-D6F4-37E1-7D3E-D060D66B675C}"/>
              </a:ext>
            </a:extLst>
          </p:cNvPr>
          <p:cNvSpPr txBox="1"/>
          <p:nvPr/>
        </p:nvSpPr>
        <p:spPr>
          <a:xfrm>
            <a:off x="1827707" y="5207728"/>
            <a:ext cx="1957232" cy="52322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400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</a:rPr>
              <a:t>Input: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Image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Tensor (e.g. 3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channels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22" name="Textfeld 40">
            <a:extLst>
              <a:ext uri="{FF2B5EF4-FFF2-40B4-BE49-F238E27FC236}">
                <a16:creationId xmlns:a16="http://schemas.microsoft.com/office/drawing/2014/main" id="{0EDF2321-396D-D617-68EC-8C887FAF4CFC}"/>
              </a:ext>
            </a:extLst>
          </p:cNvPr>
          <p:cNvSpPr txBox="1"/>
          <p:nvPr/>
        </p:nvSpPr>
        <p:spPr>
          <a:xfrm>
            <a:off x="4263094" y="5207727"/>
            <a:ext cx="1957231" cy="523220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One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Kernel (3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channels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400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</a:rPr>
              <a:t>- </a:t>
            </a:r>
            <a:r>
              <a:rPr lang="de-DE" sz="1400" dirty="0" err="1">
                <a:solidFill>
                  <a:srgbClr val="4472C4">
                    <a:lumMod val="50000"/>
                  </a:srgbClr>
                </a:solidFill>
                <a:latin typeface="Calibri" panose="020F0502020204030204"/>
              </a:rPr>
              <a:t>learns</a:t>
            </a:r>
            <a:r>
              <a:rPr lang="de-DE" sz="1400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</a:rPr>
              <a:t> </a:t>
            </a:r>
            <a:r>
              <a:rPr lang="de-DE" sz="1400" dirty="0" err="1">
                <a:solidFill>
                  <a:srgbClr val="4472C4">
                    <a:lumMod val="50000"/>
                  </a:srgbClr>
                </a:solidFill>
                <a:latin typeface="Calibri" panose="020F0502020204030204"/>
              </a:rPr>
              <a:t>one</a:t>
            </a:r>
            <a:r>
              <a:rPr lang="de-DE" sz="1400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</a:rPr>
              <a:t> feature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feld 41">
            <a:extLst>
              <a:ext uri="{FF2B5EF4-FFF2-40B4-BE49-F238E27FC236}">
                <a16:creationId xmlns:a16="http://schemas.microsoft.com/office/drawing/2014/main" id="{ECEE3A4F-34F6-6B6A-09A6-59FA9E109C43}"/>
              </a:ext>
            </a:extLst>
          </p:cNvPr>
          <p:cNvSpPr txBox="1"/>
          <p:nvPr/>
        </p:nvSpPr>
        <p:spPr>
          <a:xfrm>
            <a:off x="2251377" y="2715217"/>
            <a:ext cx="1902214" cy="30777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 (</a:t>
            </a:r>
            <a:r>
              <a:rPr lang="de-DE" sz="1400" dirty="0" err="1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one</a:t>
            </a:r>
            <a:r>
              <a:rPr lang="de-DE" sz="1400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 </a:t>
            </a:r>
            <a:r>
              <a:rPr lang="de-DE" sz="1400" dirty="0" err="1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channel</a:t>
            </a:r>
            <a:r>
              <a:rPr lang="de-DE" sz="1400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)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43">
                <a:extLst>
                  <a:ext uri="{FF2B5EF4-FFF2-40B4-BE49-F238E27FC236}">
                    <a16:creationId xmlns:a16="http://schemas.microsoft.com/office/drawing/2014/main" id="{B4756329-DB25-36C0-0002-DC6CAAD6F48A}"/>
                  </a:ext>
                </a:extLst>
              </p:cNvPr>
              <p:cNvSpPr txBox="1"/>
              <p:nvPr/>
            </p:nvSpPr>
            <p:spPr>
              <a:xfrm>
                <a:off x="2702464" y="4233797"/>
                <a:ext cx="6640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de-DE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𝑋</m:t>
                      </m:r>
                    </m:oMath>
                  </m:oMathPara>
                </a14:m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5" name="Textfeld 43">
                <a:extLst>
                  <a:ext uri="{FF2B5EF4-FFF2-40B4-BE49-F238E27FC236}">
                    <a16:creationId xmlns:a16="http://schemas.microsoft.com/office/drawing/2014/main" id="{B4756329-DB25-36C0-0002-DC6CAAD6F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464" y="4233797"/>
                <a:ext cx="6640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B1EEDB4-2F22-E018-5690-2DF5FE081473}"/>
                  </a:ext>
                </a:extLst>
              </p:cNvPr>
              <p:cNvSpPr txBox="1"/>
              <p:nvPr/>
            </p:nvSpPr>
            <p:spPr>
              <a:xfrm>
                <a:off x="4286695" y="4327401"/>
                <a:ext cx="2468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DE" sz="28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B1EEDB4-2F22-E018-5690-2DF5FE081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695" y="4327401"/>
                <a:ext cx="246862" cy="430887"/>
              </a:xfrm>
              <a:prstGeom prst="rect">
                <a:avLst/>
              </a:prstGeom>
              <a:blipFill>
                <a:blip r:embed="rId3"/>
                <a:stretch>
                  <a:fillRect l="-19048" r="-1428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43">
                <a:extLst>
                  <a:ext uri="{FF2B5EF4-FFF2-40B4-BE49-F238E27FC236}">
                    <a16:creationId xmlns:a16="http://schemas.microsoft.com/office/drawing/2014/main" id="{A4663C6E-8071-CB5C-7F29-B33F7913BBB9}"/>
                  </a:ext>
                </a:extLst>
              </p:cNvPr>
              <p:cNvSpPr txBox="1"/>
              <p:nvPr/>
            </p:nvSpPr>
            <p:spPr>
              <a:xfrm>
                <a:off x="4994845" y="4327401"/>
                <a:ext cx="6640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de-DE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𝑊</m:t>
                      </m:r>
                    </m:oMath>
                  </m:oMathPara>
                </a14:m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Textfeld 43">
                <a:extLst>
                  <a:ext uri="{FF2B5EF4-FFF2-40B4-BE49-F238E27FC236}">
                    <a16:creationId xmlns:a16="http://schemas.microsoft.com/office/drawing/2014/main" id="{A4663C6E-8071-CB5C-7F29-B33F7913B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845" y="4327401"/>
                <a:ext cx="66407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Parallelogramm 23">
            <a:extLst>
              <a:ext uri="{FF2B5EF4-FFF2-40B4-BE49-F238E27FC236}">
                <a16:creationId xmlns:a16="http://schemas.microsoft.com/office/drawing/2014/main" id="{60CA51AA-0244-3274-8133-993E1253035E}"/>
              </a:ext>
            </a:extLst>
          </p:cNvPr>
          <p:cNvSpPr/>
          <p:nvPr/>
        </p:nvSpPr>
        <p:spPr>
          <a:xfrm>
            <a:off x="8320617" y="1928407"/>
            <a:ext cx="2413591" cy="786810"/>
          </a:xfrm>
          <a:prstGeom prst="parallelogram">
            <a:avLst>
              <a:gd name="adj" fmla="val 8851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415F372-B5F5-5313-85CD-CE4E87827DF6}"/>
              </a:ext>
            </a:extLst>
          </p:cNvPr>
          <p:cNvGrpSpPr/>
          <p:nvPr/>
        </p:nvGrpSpPr>
        <p:grpSpPr>
          <a:xfrm>
            <a:off x="8983227" y="1989914"/>
            <a:ext cx="1502222" cy="130629"/>
            <a:chOff x="8983227" y="1989914"/>
            <a:chExt cx="1502222" cy="130629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E13F1ED-A8EA-AF05-2728-6F5CF6DAEC68}"/>
                </a:ext>
              </a:extLst>
            </p:cNvPr>
            <p:cNvSpPr/>
            <p:nvPr/>
          </p:nvSpPr>
          <p:spPr>
            <a:xfrm>
              <a:off x="898322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E59C621-6B22-C1ED-55ED-6E8C296DDFED}"/>
                </a:ext>
              </a:extLst>
            </p:cNvPr>
            <p:cNvSpPr/>
            <p:nvPr/>
          </p:nvSpPr>
          <p:spPr>
            <a:xfrm>
              <a:off x="917773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B9BBC1F-1853-ACD3-7BAE-DB5EC4FB766C}"/>
                </a:ext>
              </a:extLst>
            </p:cNvPr>
            <p:cNvSpPr/>
            <p:nvPr/>
          </p:nvSpPr>
          <p:spPr>
            <a:xfrm>
              <a:off x="9372239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E5F1DFD-CE8E-3222-BBD0-ABE803B6D557}"/>
                </a:ext>
              </a:extLst>
            </p:cNvPr>
            <p:cNvSpPr/>
            <p:nvPr/>
          </p:nvSpPr>
          <p:spPr>
            <a:xfrm>
              <a:off x="9566745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B6BDFC1-3E47-6D93-CF42-A1CAB0BB5456}"/>
                </a:ext>
              </a:extLst>
            </p:cNvPr>
            <p:cNvSpPr/>
            <p:nvPr/>
          </p:nvSpPr>
          <p:spPr>
            <a:xfrm>
              <a:off x="9761251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67C7765-CEAF-64DC-27E8-11B735305DE5}"/>
                </a:ext>
              </a:extLst>
            </p:cNvPr>
            <p:cNvSpPr/>
            <p:nvPr/>
          </p:nvSpPr>
          <p:spPr>
            <a:xfrm>
              <a:off x="995575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CA1C726-35AA-1581-8D49-841783D0EF34}"/>
                </a:ext>
              </a:extLst>
            </p:cNvPr>
            <p:cNvSpPr/>
            <p:nvPr/>
          </p:nvSpPr>
          <p:spPr>
            <a:xfrm>
              <a:off x="1015026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EFFBB3E-42E6-BA38-F8E7-042D36E7D8BF}"/>
                </a:ext>
              </a:extLst>
            </p:cNvPr>
            <p:cNvSpPr/>
            <p:nvPr/>
          </p:nvSpPr>
          <p:spPr>
            <a:xfrm>
              <a:off x="10344772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630D64-95DF-BD7B-A877-941028D27827}"/>
              </a:ext>
            </a:extLst>
          </p:cNvPr>
          <p:cNvGrpSpPr/>
          <p:nvPr/>
        </p:nvGrpSpPr>
        <p:grpSpPr>
          <a:xfrm>
            <a:off x="8845110" y="2151086"/>
            <a:ext cx="1502222" cy="130629"/>
            <a:chOff x="8983227" y="1989914"/>
            <a:chExt cx="1502222" cy="130629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1AFE154-982C-8917-DEED-DF287912EECB}"/>
                </a:ext>
              </a:extLst>
            </p:cNvPr>
            <p:cNvSpPr/>
            <p:nvPr/>
          </p:nvSpPr>
          <p:spPr>
            <a:xfrm>
              <a:off x="898322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C6FE2BC-7E68-C456-6B68-D25FB5A42A0A}"/>
                </a:ext>
              </a:extLst>
            </p:cNvPr>
            <p:cNvSpPr/>
            <p:nvPr/>
          </p:nvSpPr>
          <p:spPr>
            <a:xfrm>
              <a:off x="917773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E0A3570-E327-04ED-D02A-2C5943A1D9E2}"/>
                </a:ext>
              </a:extLst>
            </p:cNvPr>
            <p:cNvSpPr/>
            <p:nvPr/>
          </p:nvSpPr>
          <p:spPr>
            <a:xfrm>
              <a:off x="9372239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91224CC-7BC1-A2D1-EDED-E63FD3A343E5}"/>
                </a:ext>
              </a:extLst>
            </p:cNvPr>
            <p:cNvSpPr/>
            <p:nvPr/>
          </p:nvSpPr>
          <p:spPr>
            <a:xfrm>
              <a:off x="9566745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519DB44-0DD8-97E9-6311-9B92C4241D19}"/>
                </a:ext>
              </a:extLst>
            </p:cNvPr>
            <p:cNvSpPr/>
            <p:nvPr/>
          </p:nvSpPr>
          <p:spPr>
            <a:xfrm>
              <a:off x="9761251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4BF7D5D3-F101-524D-6881-DD60DB3F5E7C}"/>
                </a:ext>
              </a:extLst>
            </p:cNvPr>
            <p:cNvSpPr/>
            <p:nvPr/>
          </p:nvSpPr>
          <p:spPr>
            <a:xfrm>
              <a:off x="995575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A4E1953-E072-0E88-E496-898EEB992B3E}"/>
                </a:ext>
              </a:extLst>
            </p:cNvPr>
            <p:cNvSpPr/>
            <p:nvPr/>
          </p:nvSpPr>
          <p:spPr>
            <a:xfrm>
              <a:off x="1015026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B969BAF-D188-3981-529C-DF0D3C02C978}"/>
                </a:ext>
              </a:extLst>
            </p:cNvPr>
            <p:cNvSpPr/>
            <p:nvPr/>
          </p:nvSpPr>
          <p:spPr>
            <a:xfrm>
              <a:off x="10344772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F479FEF-2343-90CE-E5E6-6EA9815610FF}"/>
              </a:ext>
            </a:extLst>
          </p:cNvPr>
          <p:cNvGrpSpPr/>
          <p:nvPr/>
        </p:nvGrpSpPr>
        <p:grpSpPr>
          <a:xfrm>
            <a:off x="8691466" y="2317261"/>
            <a:ext cx="1502222" cy="130629"/>
            <a:chOff x="8983227" y="1989914"/>
            <a:chExt cx="1502222" cy="130629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E1E3D4F-2F5C-9BF7-C595-4A500818C50F}"/>
                </a:ext>
              </a:extLst>
            </p:cNvPr>
            <p:cNvSpPr/>
            <p:nvPr/>
          </p:nvSpPr>
          <p:spPr>
            <a:xfrm>
              <a:off x="898322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AAC8426-5CAA-9D3D-92D2-E393CD28605A}"/>
                </a:ext>
              </a:extLst>
            </p:cNvPr>
            <p:cNvSpPr/>
            <p:nvPr/>
          </p:nvSpPr>
          <p:spPr>
            <a:xfrm>
              <a:off x="917773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92D2A53B-4CE9-C45A-BBE7-6234F320BDF6}"/>
                </a:ext>
              </a:extLst>
            </p:cNvPr>
            <p:cNvSpPr/>
            <p:nvPr/>
          </p:nvSpPr>
          <p:spPr>
            <a:xfrm>
              <a:off x="9372239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18C325B-8286-1B03-A628-C8244D09EF77}"/>
                </a:ext>
              </a:extLst>
            </p:cNvPr>
            <p:cNvSpPr/>
            <p:nvPr/>
          </p:nvSpPr>
          <p:spPr>
            <a:xfrm>
              <a:off x="9566745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768F065-E271-A94F-D0F5-AE1CB782D2F2}"/>
                </a:ext>
              </a:extLst>
            </p:cNvPr>
            <p:cNvSpPr/>
            <p:nvPr/>
          </p:nvSpPr>
          <p:spPr>
            <a:xfrm>
              <a:off x="9761251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FFE0CEE-34F4-D18A-F370-7F8450F40324}"/>
                </a:ext>
              </a:extLst>
            </p:cNvPr>
            <p:cNvSpPr/>
            <p:nvPr/>
          </p:nvSpPr>
          <p:spPr>
            <a:xfrm>
              <a:off x="995575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816AF06-B9A9-B997-5520-33E0EA40F8E0}"/>
                </a:ext>
              </a:extLst>
            </p:cNvPr>
            <p:cNvSpPr/>
            <p:nvPr/>
          </p:nvSpPr>
          <p:spPr>
            <a:xfrm>
              <a:off x="1015026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68DA2C7-E19C-74E9-AF93-C4EFE55E5BAB}"/>
                </a:ext>
              </a:extLst>
            </p:cNvPr>
            <p:cNvSpPr/>
            <p:nvPr/>
          </p:nvSpPr>
          <p:spPr>
            <a:xfrm>
              <a:off x="10344772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BAF6560-C9B5-BF43-B8B5-83F98147A2A5}"/>
              </a:ext>
            </a:extLst>
          </p:cNvPr>
          <p:cNvGrpSpPr/>
          <p:nvPr/>
        </p:nvGrpSpPr>
        <p:grpSpPr>
          <a:xfrm>
            <a:off x="8538581" y="2473146"/>
            <a:ext cx="1502222" cy="130629"/>
            <a:chOff x="8983227" y="1989914"/>
            <a:chExt cx="1502222" cy="130629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64B1E61C-6248-F558-3AFB-5E4D74D48DE7}"/>
                </a:ext>
              </a:extLst>
            </p:cNvPr>
            <p:cNvSpPr/>
            <p:nvPr/>
          </p:nvSpPr>
          <p:spPr>
            <a:xfrm>
              <a:off x="898322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1616A9B-CDBC-C144-0E60-601AE8D84CAD}"/>
                </a:ext>
              </a:extLst>
            </p:cNvPr>
            <p:cNvSpPr/>
            <p:nvPr/>
          </p:nvSpPr>
          <p:spPr>
            <a:xfrm>
              <a:off x="917773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26540F0-E083-44BF-A83D-C634E4B6192F}"/>
                </a:ext>
              </a:extLst>
            </p:cNvPr>
            <p:cNvSpPr/>
            <p:nvPr/>
          </p:nvSpPr>
          <p:spPr>
            <a:xfrm>
              <a:off x="9372239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4F11655-651B-B261-6F44-4AF991A5D884}"/>
                </a:ext>
              </a:extLst>
            </p:cNvPr>
            <p:cNvSpPr/>
            <p:nvPr/>
          </p:nvSpPr>
          <p:spPr>
            <a:xfrm>
              <a:off x="9566745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B5701B92-C0A1-E461-98DC-F848CF4EEE64}"/>
                </a:ext>
              </a:extLst>
            </p:cNvPr>
            <p:cNvSpPr/>
            <p:nvPr/>
          </p:nvSpPr>
          <p:spPr>
            <a:xfrm>
              <a:off x="9761251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F4B8424-0C33-90C0-0520-83637171F683}"/>
                </a:ext>
              </a:extLst>
            </p:cNvPr>
            <p:cNvSpPr/>
            <p:nvPr/>
          </p:nvSpPr>
          <p:spPr>
            <a:xfrm>
              <a:off x="995575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2ABA6B9-7768-4BFF-BFAD-C31D0506349F}"/>
                </a:ext>
              </a:extLst>
            </p:cNvPr>
            <p:cNvSpPr/>
            <p:nvPr/>
          </p:nvSpPr>
          <p:spPr>
            <a:xfrm>
              <a:off x="1015026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3699296-6B42-A55C-DA34-01481D68C30F}"/>
                </a:ext>
              </a:extLst>
            </p:cNvPr>
            <p:cNvSpPr/>
            <p:nvPr/>
          </p:nvSpPr>
          <p:spPr>
            <a:xfrm>
              <a:off x="10344772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pic>
        <p:nvPicPr>
          <p:cNvPr id="79" name="Picture 78">
            <a:extLst>
              <a:ext uri="{FF2B5EF4-FFF2-40B4-BE49-F238E27FC236}">
                <a16:creationId xmlns:a16="http://schemas.microsoft.com/office/drawing/2014/main" id="{3C03266B-E4D0-19C0-F43A-D027D28D8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845" y="1242428"/>
            <a:ext cx="2463800" cy="8128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96D37CCC-6492-AF0C-A0B2-D732334E8D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211" y="4279264"/>
            <a:ext cx="2463800" cy="8128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032B5CF0-0712-7A80-B1C0-9039103E2D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105" y="4020703"/>
            <a:ext cx="2463800" cy="8128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F45BE6A4-D25E-655E-7727-A22B46144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921" y="3757614"/>
            <a:ext cx="2463800" cy="8128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FDEF0A12-6143-A2DC-7EB7-503E207E4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8700" y="2762250"/>
            <a:ext cx="2514600" cy="1333500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E82DA01D-07E5-25B0-B0B2-BA4683BB73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6664" y="3492065"/>
            <a:ext cx="2463800" cy="812800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6F7C6188-06FD-7B26-A0EB-9BCA9D38A0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722" y="550886"/>
            <a:ext cx="25527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0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oup 65">
            <a:extLst>
              <a:ext uri="{FF2B5EF4-FFF2-40B4-BE49-F238E27FC236}">
                <a16:creationId xmlns:a16="http://schemas.microsoft.com/office/drawing/2014/main" id="{D67AACA5-1BB6-A7F2-6719-B72017E9EC9E}"/>
              </a:ext>
            </a:extLst>
          </p:cNvPr>
          <p:cNvGrpSpPr/>
          <p:nvPr/>
        </p:nvGrpSpPr>
        <p:grpSpPr>
          <a:xfrm>
            <a:off x="3571038" y="3380425"/>
            <a:ext cx="495426" cy="593584"/>
            <a:chOff x="3533729" y="2049557"/>
            <a:chExt cx="495426" cy="593584"/>
          </a:xfrm>
        </p:grpSpPr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BD4B22F9-51DC-E210-E04D-53C0E6AA1A9C}"/>
                </a:ext>
              </a:extLst>
            </p:cNvPr>
            <p:cNvSpPr/>
            <p:nvPr/>
          </p:nvSpPr>
          <p:spPr>
            <a:xfrm>
              <a:off x="3533729" y="2049557"/>
              <a:ext cx="495426" cy="59358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8" name="Triangle 67">
              <a:extLst>
                <a:ext uri="{FF2B5EF4-FFF2-40B4-BE49-F238E27FC236}">
                  <a16:creationId xmlns:a16="http://schemas.microsoft.com/office/drawing/2014/main" id="{A8F88C70-D388-2324-2ACD-AEEFCD92392B}"/>
                </a:ext>
              </a:extLst>
            </p:cNvPr>
            <p:cNvSpPr/>
            <p:nvPr/>
          </p:nvSpPr>
          <p:spPr>
            <a:xfrm rot="3205300" flipV="1">
              <a:off x="3546844" y="2102496"/>
              <a:ext cx="134128" cy="135211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86DF629-FABF-7A6E-8004-90152AE4B65F}"/>
              </a:ext>
            </a:extLst>
          </p:cNvPr>
          <p:cNvGrpSpPr/>
          <p:nvPr/>
        </p:nvGrpSpPr>
        <p:grpSpPr>
          <a:xfrm>
            <a:off x="3578879" y="2748754"/>
            <a:ext cx="495426" cy="593584"/>
            <a:chOff x="3533729" y="2049557"/>
            <a:chExt cx="495426" cy="593584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D1C0084-F3D2-9B9D-22A2-6369A5EABF3D}"/>
                </a:ext>
              </a:extLst>
            </p:cNvPr>
            <p:cNvSpPr/>
            <p:nvPr/>
          </p:nvSpPr>
          <p:spPr>
            <a:xfrm>
              <a:off x="3533729" y="2049557"/>
              <a:ext cx="495426" cy="59358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5" name="Triangle 64">
              <a:extLst>
                <a:ext uri="{FF2B5EF4-FFF2-40B4-BE49-F238E27FC236}">
                  <a16:creationId xmlns:a16="http://schemas.microsoft.com/office/drawing/2014/main" id="{1CF4B516-86A0-2AAE-3561-E65E03B1EC81}"/>
                </a:ext>
              </a:extLst>
            </p:cNvPr>
            <p:cNvSpPr/>
            <p:nvPr/>
          </p:nvSpPr>
          <p:spPr>
            <a:xfrm rot="3205300" flipV="1">
              <a:off x="3546844" y="2102496"/>
              <a:ext cx="134128" cy="135211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2DCB66C-ACB9-2D79-B3D4-5E5D63DA1E9A}"/>
              </a:ext>
            </a:extLst>
          </p:cNvPr>
          <p:cNvGrpSpPr/>
          <p:nvPr/>
        </p:nvGrpSpPr>
        <p:grpSpPr>
          <a:xfrm>
            <a:off x="3573485" y="2049557"/>
            <a:ext cx="495426" cy="593584"/>
            <a:chOff x="3533729" y="2049557"/>
            <a:chExt cx="495426" cy="593584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B5EE4DC-3906-E765-630D-84A5BF9167CB}"/>
                </a:ext>
              </a:extLst>
            </p:cNvPr>
            <p:cNvSpPr/>
            <p:nvPr/>
          </p:nvSpPr>
          <p:spPr>
            <a:xfrm>
              <a:off x="3533729" y="2049557"/>
              <a:ext cx="495426" cy="59358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1" name="Triangle 60">
              <a:extLst>
                <a:ext uri="{FF2B5EF4-FFF2-40B4-BE49-F238E27FC236}">
                  <a16:creationId xmlns:a16="http://schemas.microsoft.com/office/drawing/2014/main" id="{0B2186D3-A6AA-4B4A-8505-B52CD06F0672}"/>
                </a:ext>
              </a:extLst>
            </p:cNvPr>
            <p:cNvSpPr/>
            <p:nvPr/>
          </p:nvSpPr>
          <p:spPr>
            <a:xfrm rot="3205300" flipV="1">
              <a:off x="3546844" y="2102496"/>
              <a:ext cx="134128" cy="135211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59" name="Rectangle 58">
            <a:extLst>
              <a:ext uri="{FF2B5EF4-FFF2-40B4-BE49-F238E27FC236}">
                <a16:creationId xmlns:a16="http://schemas.microsoft.com/office/drawing/2014/main" id="{21B0D1CF-7C60-2386-35E8-A60D7524F2A0}"/>
              </a:ext>
            </a:extLst>
          </p:cNvPr>
          <p:cNvSpPr/>
          <p:nvPr/>
        </p:nvSpPr>
        <p:spPr>
          <a:xfrm>
            <a:off x="2054087" y="2049557"/>
            <a:ext cx="1543981" cy="1780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401D512-00C5-E738-22EE-5E1D8153F746}"/>
              </a:ext>
            </a:extLst>
          </p:cNvPr>
          <p:cNvGrpSpPr/>
          <p:nvPr/>
        </p:nvGrpSpPr>
        <p:grpSpPr>
          <a:xfrm>
            <a:off x="2166185" y="3588000"/>
            <a:ext cx="1502222" cy="130629"/>
            <a:chOff x="8983227" y="1989914"/>
            <a:chExt cx="1502222" cy="13062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45745F6-378D-CA1A-D450-5B6FC05B3ED6}"/>
                </a:ext>
              </a:extLst>
            </p:cNvPr>
            <p:cNvSpPr/>
            <p:nvPr/>
          </p:nvSpPr>
          <p:spPr>
            <a:xfrm>
              <a:off x="898322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7530AA2-7BAE-4C0D-4615-1129790C8E75}"/>
                </a:ext>
              </a:extLst>
            </p:cNvPr>
            <p:cNvSpPr/>
            <p:nvPr/>
          </p:nvSpPr>
          <p:spPr>
            <a:xfrm>
              <a:off x="917773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5741844-84A8-BB45-9F44-06367F43394E}"/>
                </a:ext>
              </a:extLst>
            </p:cNvPr>
            <p:cNvSpPr/>
            <p:nvPr/>
          </p:nvSpPr>
          <p:spPr>
            <a:xfrm>
              <a:off x="9372239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DACA269-9356-CDA2-F59A-76A6C6488E2E}"/>
                </a:ext>
              </a:extLst>
            </p:cNvPr>
            <p:cNvSpPr/>
            <p:nvPr/>
          </p:nvSpPr>
          <p:spPr>
            <a:xfrm>
              <a:off x="9566745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DC8E945-6375-FEB7-D848-8190D8D43FDD}"/>
                </a:ext>
              </a:extLst>
            </p:cNvPr>
            <p:cNvSpPr/>
            <p:nvPr/>
          </p:nvSpPr>
          <p:spPr>
            <a:xfrm>
              <a:off x="9761251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0487137-D721-3E51-8710-4C1CD3AFA77A}"/>
                </a:ext>
              </a:extLst>
            </p:cNvPr>
            <p:cNvSpPr/>
            <p:nvPr/>
          </p:nvSpPr>
          <p:spPr>
            <a:xfrm>
              <a:off x="995575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24DEB5-CE93-2977-2B30-5E57C9082FD8}"/>
                </a:ext>
              </a:extLst>
            </p:cNvPr>
            <p:cNvSpPr/>
            <p:nvPr/>
          </p:nvSpPr>
          <p:spPr>
            <a:xfrm>
              <a:off x="1015026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D598A40-CE12-0599-BD39-C08BA6FF73D4}"/>
                </a:ext>
              </a:extLst>
            </p:cNvPr>
            <p:cNvSpPr/>
            <p:nvPr/>
          </p:nvSpPr>
          <p:spPr>
            <a:xfrm>
              <a:off x="10344772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49D993-01D5-9ECC-BD44-8F4BE96C65F6}"/>
              </a:ext>
            </a:extLst>
          </p:cNvPr>
          <p:cNvGrpSpPr/>
          <p:nvPr/>
        </p:nvGrpSpPr>
        <p:grpSpPr>
          <a:xfrm>
            <a:off x="2166185" y="2934518"/>
            <a:ext cx="1502222" cy="130629"/>
            <a:chOff x="8983227" y="1989914"/>
            <a:chExt cx="1502222" cy="13062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A09AF83-62A5-5B17-B2E5-CE6F080B8558}"/>
                </a:ext>
              </a:extLst>
            </p:cNvPr>
            <p:cNvSpPr/>
            <p:nvPr/>
          </p:nvSpPr>
          <p:spPr>
            <a:xfrm>
              <a:off x="898322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233B0C-706F-912A-EAC9-1C9DD7C2F66D}"/>
                </a:ext>
              </a:extLst>
            </p:cNvPr>
            <p:cNvSpPr/>
            <p:nvPr/>
          </p:nvSpPr>
          <p:spPr>
            <a:xfrm>
              <a:off x="917773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55FFE87-35B3-AF81-6CA5-DD6E0649C750}"/>
                </a:ext>
              </a:extLst>
            </p:cNvPr>
            <p:cNvSpPr/>
            <p:nvPr/>
          </p:nvSpPr>
          <p:spPr>
            <a:xfrm>
              <a:off x="9372239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EA5DE3A-A858-ABB5-3CD5-9DC3735DC39E}"/>
                </a:ext>
              </a:extLst>
            </p:cNvPr>
            <p:cNvSpPr/>
            <p:nvPr/>
          </p:nvSpPr>
          <p:spPr>
            <a:xfrm>
              <a:off x="9566745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2A6FEA5-5794-7939-7B45-049EE71A2E52}"/>
                </a:ext>
              </a:extLst>
            </p:cNvPr>
            <p:cNvSpPr/>
            <p:nvPr/>
          </p:nvSpPr>
          <p:spPr>
            <a:xfrm>
              <a:off x="9761251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3F351F4-F5DA-EFC5-D69A-E475658A7738}"/>
                </a:ext>
              </a:extLst>
            </p:cNvPr>
            <p:cNvSpPr/>
            <p:nvPr/>
          </p:nvSpPr>
          <p:spPr>
            <a:xfrm>
              <a:off x="995575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5406362-3BC0-C606-8F27-205CC291DD3B}"/>
                </a:ext>
              </a:extLst>
            </p:cNvPr>
            <p:cNvSpPr/>
            <p:nvPr/>
          </p:nvSpPr>
          <p:spPr>
            <a:xfrm>
              <a:off x="1015026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06F86CB-C75A-5027-C8B0-ACC4179AE4E3}"/>
                </a:ext>
              </a:extLst>
            </p:cNvPr>
            <p:cNvSpPr/>
            <p:nvPr/>
          </p:nvSpPr>
          <p:spPr>
            <a:xfrm>
              <a:off x="10344772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2107CAF-DF7D-B89C-B056-AA6F5B1A9760}"/>
              </a:ext>
            </a:extLst>
          </p:cNvPr>
          <p:cNvGrpSpPr/>
          <p:nvPr/>
        </p:nvGrpSpPr>
        <p:grpSpPr>
          <a:xfrm>
            <a:off x="2166185" y="2281035"/>
            <a:ext cx="1502222" cy="130629"/>
            <a:chOff x="8983227" y="1989914"/>
            <a:chExt cx="1502222" cy="130629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660AD62-CCAC-C474-D3F6-C91EA9FF5F26}"/>
                </a:ext>
              </a:extLst>
            </p:cNvPr>
            <p:cNvSpPr/>
            <p:nvPr/>
          </p:nvSpPr>
          <p:spPr>
            <a:xfrm>
              <a:off x="898322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CD481B2-CBBA-CBE9-AA6C-5A7BD0EC0722}"/>
                </a:ext>
              </a:extLst>
            </p:cNvPr>
            <p:cNvSpPr/>
            <p:nvPr/>
          </p:nvSpPr>
          <p:spPr>
            <a:xfrm>
              <a:off x="917773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0976F57-F126-6A8C-98DB-015F567457D9}"/>
                </a:ext>
              </a:extLst>
            </p:cNvPr>
            <p:cNvSpPr/>
            <p:nvPr/>
          </p:nvSpPr>
          <p:spPr>
            <a:xfrm>
              <a:off x="9372239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3139F18-A87E-D650-29AA-797264A5D38E}"/>
                </a:ext>
              </a:extLst>
            </p:cNvPr>
            <p:cNvSpPr/>
            <p:nvPr/>
          </p:nvSpPr>
          <p:spPr>
            <a:xfrm>
              <a:off x="9566745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7DE296F-B954-BFF4-3277-622F69145DE6}"/>
                </a:ext>
              </a:extLst>
            </p:cNvPr>
            <p:cNvSpPr/>
            <p:nvPr/>
          </p:nvSpPr>
          <p:spPr>
            <a:xfrm>
              <a:off x="9761251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FB59B97-39E8-CDFA-B5F8-F42319198D86}"/>
                </a:ext>
              </a:extLst>
            </p:cNvPr>
            <p:cNvSpPr/>
            <p:nvPr/>
          </p:nvSpPr>
          <p:spPr>
            <a:xfrm>
              <a:off x="995575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59B9AD2-E55D-3FE4-8F0F-580E0934DE87}"/>
                </a:ext>
              </a:extLst>
            </p:cNvPr>
            <p:cNvSpPr/>
            <p:nvPr/>
          </p:nvSpPr>
          <p:spPr>
            <a:xfrm>
              <a:off x="1015026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5AC1DB0-3690-4A97-5759-92C68C38AC70}"/>
                </a:ext>
              </a:extLst>
            </p:cNvPr>
            <p:cNvSpPr/>
            <p:nvPr/>
          </p:nvSpPr>
          <p:spPr>
            <a:xfrm>
              <a:off x="10344772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BD90662-C72E-026D-C828-76725FE3393A}"/>
              </a:ext>
            </a:extLst>
          </p:cNvPr>
          <p:cNvCxnSpPr>
            <a:cxnSpLocks/>
          </p:cNvCxnSpPr>
          <p:nvPr/>
        </p:nvCxnSpPr>
        <p:spPr>
          <a:xfrm flipV="1">
            <a:off x="2944209" y="3096677"/>
            <a:ext cx="0" cy="49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299F922-E6CE-2ED0-C434-0A95E84736DA}"/>
              </a:ext>
            </a:extLst>
          </p:cNvPr>
          <p:cNvCxnSpPr>
            <a:cxnSpLocks/>
          </p:cNvCxnSpPr>
          <p:nvPr/>
        </p:nvCxnSpPr>
        <p:spPr>
          <a:xfrm flipV="1">
            <a:off x="2941655" y="2411664"/>
            <a:ext cx="0" cy="49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A9F230-1187-9E2F-7395-AC65D993A6BA}"/>
              </a:ext>
            </a:extLst>
          </p:cNvPr>
          <p:cNvCxnSpPr>
            <a:cxnSpLocks/>
          </p:cNvCxnSpPr>
          <p:nvPr/>
        </p:nvCxnSpPr>
        <p:spPr>
          <a:xfrm flipV="1">
            <a:off x="2941655" y="3718629"/>
            <a:ext cx="0" cy="49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916D3D7-F657-EC2A-AEA0-79B2B0FBED57}"/>
              </a:ext>
            </a:extLst>
          </p:cNvPr>
          <p:cNvCxnSpPr>
            <a:cxnSpLocks/>
          </p:cNvCxnSpPr>
          <p:nvPr/>
        </p:nvCxnSpPr>
        <p:spPr>
          <a:xfrm flipV="1">
            <a:off x="2941655" y="1789712"/>
            <a:ext cx="0" cy="49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56169D3-6DC5-C20F-0C4A-235DD19130EB}"/>
                  </a:ext>
                </a:extLst>
              </p:cNvPr>
              <p:cNvSpPr txBox="1"/>
              <p:nvPr/>
            </p:nvSpPr>
            <p:spPr>
              <a:xfrm>
                <a:off x="2789459" y="1285458"/>
                <a:ext cx="3351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DE" sz="2000" b="1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56169D3-6DC5-C20F-0C4A-235DD1913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459" y="1285458"/>
                <a:ext cx="335183" cy="400110"/>
              </a:xfrm>
              <a:prstGeom prst="rect">
                <a:avLst/>
              </a:prstGeom>
              <a:blipFill>
                <a:blip r:embed="rId2"/>
                <a:stretch>
                  <a:fillRect r="-10714" b="-625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521C56-18F0-B3C0-0079-81406C24CC86}"/>
                  </a:ext>
                </a:extLst>
              </p:cNvPr>
              <p:cNvSpPr txBox="1"/>
              <p:nvPr/>
            </p:nvSpPr>
            <p:spPr>
              <a:xfrm>
                <a:off x="2786578" y="4152280"/>
                <a:ext cx="3351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DE" sz="2000" b="1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A521C56-18F0-B3C0-0079-81406C24C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578" y="4152280"/>
                <a:ext cx="335183" cy="400110"/>
              </a:xfrm>
              <a:prstGeom prst="rect">
                <a:avLst/>
              </a:prstGeom>
              <a:blipFill>
                <a:blip r:embed="rId3"/>
                <a:stretch>
                  <a:fillRect r="-11111" b="-303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Picture 68">
            <a:extLst>
              <a:ext uri="{FF2B5EF4-FFF2-40B4-BE49-F238E27FC236}">
                <a16:creationId xmlns:a16="http://schemas.microsoft.com/office/drawing/2014/main" id="{C58B1D91-D3DE-C965-ED70-D441DA3F7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3650" y="1790700"/>
            <a:ext cx="20447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967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6C3F6F-950D-25E7-A458-4563BB6D0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22" y="2762250"/>
            <a:ext cx="2514600" cy="133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DB13FB-02F5-B32D-D574-969DF7327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22" y="550886"/>
            <a:ext cx="2552700" cy="1600200"/>
          </a:xfrm>
          <a:prstGeom prst="rect">
            <a:avLst/>
          </a:prstGeo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D863057E-7387-95D2-CA8D-DF695CE42346}"/>
              </a:ext>
            </a:extLst>
          </p:cNvPr>
          <p:cNvSpPr/>
          <p:nvPr/>
        </p:nvSpPr>
        <p:spPr>
          <a:xfrm>
            <a:off x="3566422" y="550886"/>
            <a:ext cx="329717" cy="145019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32C2804A-0C90-4E9C-C0EB-293269D111BC}"/>
              </a:ext>
            </a:extLst>
          </p:cNvPr>
          <p:cNvSpPr/>
          <p:nvPr/>
        </p:nvSpPr>
        <p:spPr>
          <a:xfrm>
            <a:off x="3566421" y="2762250"/>
            <a:ext cx="329717" cy="13335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A13F06-467F-9BF7-868F-9CC5D6509490}"/>
              </a:ext>
            </a:extLst>
          </p:cNvPr>
          <p:cNvSpPr txBox="1"/>
          <p:nvPr/>
        </p:nvSpPr>
        <p:spPr>
          <a:xfrm>
            <a:off x="3934237" y="3244334"/>
            <a:ext cx="1995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Input Channels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AAA2B3-5B05-3B42-8DA8-DB3DD7F2A270}"/>
              </a:ext>
            </a:extLst>
          </p:cNvPr>
          <p:cNvSpPr txBox="1"/>
          <p:nvPr/>
        </p:nvSpPr>
        <p:spPr>
          <a:xfrm>
            <a:off x="3896138" y="1091316"/>
            <a:ext cx="1995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Output Channels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142A3E-46E6-DDB3-2625-58AF2EA2C1F1}"/>
              </a:ext>
            </a:extLst>
          </p:cNvPr>
          <p:cNvCxnSpPr>
            <a:cxnSpLocks/>
          </p:cNvCxnSpPr>
          <p:nvPr/>
        </p:nvCxnSpPr>
        <p:spPr>
          <a:xfrm flipV="1">
            <a:off x="2290072" y="2270927"/>
            <a:ext cx="0" cy="49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080532-78EC-53F1-7F48-386714F09434}"/>
              </a:ext>
            </a:extLst>
          </p:cNvPr>
          <p:cNvGrpSpPr/>
          <p:nvPr/>
        </p:nvGrpSpPr>
        <p:grpSpPr>
          <a:xfrm>
            <a:off x="8410112" y="3429000"/>
            <a:ext cx="1502222" cy="130629"/>
            <a:chOff x="8983227" y="1989914"/>
            <a:chExt cx="1502222" cy="13062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62C9137-009B-4B4E-F9EB-82A97E40ADE1}"/>
                </a:ext>
              </a:extLst>
            </p:cNvPr>
            <p:cNvSpPr/>
            <p:nvPr/>
          </p:nvSpPr>
          <p:spPr>
            <a:xfrm>
              <a:off x="898322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41D95C0-270A-CA8A-A84D-B41C09635143}"/>
                </a:ext>
              </a:extLst>
            </p:cNvPr>
            <p:cNvSpPr/>
            <p:nvPr/>
          </p:nvSpPr>
          <p:spPr>
            <a:xfrm>
              <a:off x="917773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0969447-1DEE-FC08-89DB-14F713013DE4}"/>
                </a:ext>
              </a:extLst>
            </p:cNvPr>
            <p:cNvSpPr/>
            <p:nvPr/>
          </p:nvSpPr>
          <p:spPr>
            <a:xfrm>
              <a:off x="9372239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B8DE3CD-F9B2-676A-C398-0B6BA727F380}"/>
                </a:ext>
              </a:extLst>
            </p:cNvPr>
            <p:cNvSpPr/>
            <p:nvPr/>
          </p:nvSpPr>
          <p:spPr>
            <a:xfrm>
              <a:off x="9566745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5B8A9F0-0246-3A2B-D84B-E31331E4BF4C}"/>
                </a:ext>
              </a:extLst>
            </p:cNvPr>
            <p:cNvSpPr/>
            <p:nvPr/>
          </p:nvSpPr>
          <p:spPr>
            <a:xfrm>
              <a:off x="9761251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38507CE-126A-3902-59F5-8A08659FB432}"/>
                </a:ext>
              </a:extLst>
            </p:cNvPr>
            <p:cNvSpPr/>
            <p:nvPr/>
          </p:nvSpPr>
          <p:spPr>
            <a:xfrm>
              <a:off x="995575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81A6282-AFFB-FF6F-C70D-BA2569E7E540}"/>
                </a:ext>
              </a:extLst>
            </p:cNvPr>
            <p:cNvSpPr/>
            <p:nvPr/>
          </p:nvSpPr>
          <p:spPr>
            <a:xfrm>
              <a:off x="1015026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A14424D-26CF-8EE0-DF2B-E4EB5F3CDE8B}"/>
                </a:ext>
              </a:extLst>
            </p:cNvPr>
            <p:cNvSpPr/>
            <p:nvPr/>
          </p:nvSpPr>
          <p:spPr>
            <a:xfrm>
              <a:off x="10344772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0654B7E-5F93-6D15-DDAE-985F56AB673A}"/>
              </a:ext>
            </a:extLst>
          </p:cNvPr>
          <p:cNvGrpSpPr/>
          <p:nvPr/>
        </p:nvGrpSpPr>
        <p:grpSpPr>
          <a:xfrm>
            <a:off x="8410112" y="1275982"/>
            <a:ext cx="1502222" cy="130629"/>
            <a:chOff x="8983227" y="1989914"/>
            <a:chExt cx="1502222" cy="13062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15B31AD-F13D-C3B5-022F-BDEE7CA76237}"/>
                </a:ext>
              </a:extLst>
            </p:cNvPr>
            <p:cNvSpPr/>
            <p:nvPr/>
          </p:nvSpPr>
          <p:spPr>
            <a:xfrm>
              <a:off x="898322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642559C-1FA9-15CB-CD23-0F9D81531CA2}"/>
                </a:ext>
              </a:extLst>
            </p:cNvPr>
            <p:cNvSpPr/>
            <p:nvPr/>
          </p:nvSpPr>
          <p:spPr>
            <a:xfrm>
              <a:off x="917773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8AEDF30-C956-E0A2-4C7E-7B4F7E85FE6B}"/>
                </a:ext>
              </a:extLst>
            </p:cNvPr>
            <p:cNvSpPr/>
            <p:nvPr/>
          </p:nvSpPr>
          <p:spPr>
            <a:xfrm>
              <a:off x="9372239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4CAECA5-F296-FCF9-927C-1D95BC87CC4D}"/>
                </a:ext>
              </a:extLst>
            </p:cNvPr>
            <p:cNvSpPr/>
            <p:nvPr/>
          </p:nvSpPr>
          <p:spPr>
            <a:xfrm>
              <a:off x="9566745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F1DBB34-CD37-B62E-2C6A-666369D2124F}"/>
                </a:ext>
              </a:extLst>
            </p:cNvPr>
            <p:cNvSpPr/>
            <p:nvPr/>
          </p:nvSpPr>
          <p:spPr>
            <a:xfrm>
              <a:off x="9761251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4E2D978-0BA8-6D79-63A3-D9567F9BEF64}"/>
                </a:ext>
              </a:extLst>
            </p:cNvPr>
            <p:cNvSpPr/>
            <p:nvPr/>
          </p:nvSpPr>
          <p:spPr>
            <a:xfrm>
              <a:off x="9955757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1DCDF43-DBEF-7D42-678D-330CC3E2AB96}"/>
                </a:ext>
              </a:extLst>
            </p:cNvPr>
            <p:cNvSpPr/>
            <p:nvPr/>
          </p:nvSpPr>
          <p:spPr>
            <a:xfrm>
              <a:off x="10150263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62D9702-ADA2-C003-C5FE-452BA9F56F3C}"/>
                </a:ext>
              </a:extLst>
            </p:cNvPr>
            <p:cNvSpPr/>
            <p:nvPr/>
          </p:nvSpPr>
          <p:spPr>
            <a:xfrm>
              <a:off x="10344772" y="1989914"/>
              <a:ext cx="140677" cy="13062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AF86151-6149-5169-F3B9-552465A14339}"/>
              </a:ext>
            </a:extLst>
          </p:cNvPr>
          <p:cNvCxnSpPr>
            <a:cxnSpLocks/>
          </p:cNvCxnSpPr>
          <p:nvPr/>
        </p:nvCxnSpPr>
        <p:spPr>
          <a:xfrm flipH="1" flipV="1">
            <a:off x="9157623" y="1537398"/>
            <a:ext cx="20819" cy="170693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E5E51E8-5D8A-1999-02F2-003B8CF0B5E1}"/>
              </a:ext>
            </a:extLst>
          </p:cNvPr>
          <p:cNvSpPr txBox="1"/>
          <p:nvPr/>
        </p:nvSpPr>
        <p:spPr>
          <a:xfrm>
            <a:off x="9328813" y="2151086"/>
            <a:ext cx="899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Wx+b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2F9949-4ED2-A2D9-46B9-8C9ACD63471F}"/>
              </a:ext>
            </a:extLst>
          </p:cNvPr>
          <p:cNvSpPr txBox="1"/>
          <p:nvPr/>
        </p:nvSpPr>
        <p:spPr>
          <a:xfrm>
            <a:off x="9951805" y="1156630"/>
            <a:ext cx="1117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a(Wx+b)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39C7E9C-6A6A-5963-E822-4D518AD03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3130" y="3869458"/>
            <a:ext cx="2679700" cy="24511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8936DB2A-C713-B399-2AC5-EE0759ABBE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3968" y="3797668"/>
            <a:ext cx="4914900" cy="35687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C785C39-0CCE-CBA1-01B2-5EE89D213564}"/>
              </a:ext>
            </a:extLst>
          </p:cNvPr>
          <p:cNvSpPr txBox="1"/>
          <p:nvPr/>
        </p:nvSpPr>
        <p:spPr>
          <a:xfrm>
            <a:off x="2501052" y="2282547"/>
            <a:ext cx="289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Convolution with a Filter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D618AA7-2D5B-4B12-95DD-44DC8D2370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8550" y="1644650"/>
            <a:ext cx="49149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405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85DF7E-4A8A-52EC-792D-976B7752B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46" y="1035602"/>
            <a:ext cx="44323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621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m 16">
            <a:extLst>
              <a:ext uri="{FF2B5EF4-FFF2-40B4-BE49-F238E27FC236}">
                <a16:creationId xmlns:a16="http://schemas.microsoft.com/office/drawing/2014/main" id="{A2379F4E-EC45-1671-8DDC-1E9EEC4D6D69}"/>
              </a:ext>
            </a:extLst>
          </p:cNvPr>
          <p:cNvSpPr/>
          <p:nvPr/>
        </p:nvSpPr>
        <p:spPr>
          <a:xfrm>
            <a:off x="1827709" y="4304865"/>
            <a:ext cx="2413591" cy="786810"/>
          </a:xfrm>
          <a:prstGeom prst="parallelogram">
            <a:avLst>
              <a:gd name="adj" fmla="val 8851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rallelogramm 22">
            <a:extLst>
              <a:ext uri="{FF2B5EF4-FFF2-40B4-BE49-F238E27FC236}">
                <a16:creationId xmlns:a16="http://schemas.microsoft.com/office/drawing/2014/main" id="{65B0EEB6-6377-19D6-666D-D36F70104FB1}"/>
              </a:ext>
            </a:extLst>
          </p:cNvPr>
          <p:cNvSpPr/>
          <p:nvPr/>
        </p:nvSpPr>
        <p:spPr>
          <a:xfrm>
            <a:off x="1827708" y="4188812"/>
            <a:ext cx="2413591" cy="786810"/>
          </a:xfrm>
          <a:prstGeom prst="parallelogram">
            <a:avLst>
              <a:gd name="adj" fmla="val 8851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Parallelogramm 23">
            <a:extLst>
              <a:ext uri="{FF2B5EF4-FFF2-40B4-BE49-F238E27FC236}">
                <a16:creationId xmlns:a16="http://schemas.microsoft.com/office/drawing/2014/main" id="{9F781CFC-E501-75E8-F799-A79D8A9CB74C}"/>
              </a:ext>
            </a:extLst>
          </p:cNvPr>
          <p:cNvSpPr/>
          <p:nvPr/>
        </p:nvSpPr>
        <p:spPr>
          <a:xfrm>
            <a:off x="1827707" y="4046693"/>
            <a:ext cx="2413591" cy="786810"/>
          </a:xfrm>
          <a:prstGeom prst="parallelogram">
            <a:avLst>
              <a:gd name="adj" fmla="val 88513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Parallelogramm 24">
            <a:extLst>
              <a:ext uri="{FF2B5EF4-FFF2-40B4-BE49-F238E27FC236}">
                <a16:creationId xmlns:a16="http://schemas.microsoft.com/office/drawing/2014/main" id="{DB913FF0-C848-D7FA-8F40-EF50C92C4E49}"/>
              </a:ext>
            </a:extLst>
          </p:cNvPr>
          <p:cNvSpPr/>
          <p:nvPr/>
        </p:nvSpPr>
        <p:spPr>
          <a:xfrm>
            <a:off x="2159744" y="2216401"/>
            <a:ext cx="2413591" cy="786810"/>
          </a:xfrm>
          <a:prstGeom prst="parallelogram">
            <a:avLst>
              <a:gd name="adj" fmla="val 88513"/>
            </a:avLst>
          </a:prstGeom>
          <a:solidFill>
            <a:schemeClr val="bg1">
              <a:lumMod val="9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Gerade Verbindung mit Pfeil 29">
            <a:extLst>
              <a:ext uri="{FF2B5EF4-FFF2-40B4-BE49-F238E27FC236}">
                <a16:creationId xmlns:a16="http://schemas.microsoft.com/office/drawing/2014/main" id="{12443D9E-1A9F-6C5E-3D98-E88D869F7786}"/>
              </a:ext>
            </a:extLst>
          </p:cNvPr>
          <p:cNvCxnSpPr>
            <a:cxnSpLocks/>
          </p:cNvCxnSpPr>
          <p:nvPr/>
        </p:nvCxnSpPr>
        <p:spPr>
          <a:xfrm flipV="1">
            <a:off x="3227139" y="3245618"/>
            <a:ext cx="0" cy="570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arallelogramm 34">
            <a:extLst>
              <a:ext uri="{FF2B5EF4-FFF2-40B4-BE49-F238E27FC236}">
                <a16:creationId xmlns:a16="http://schemas.microsoft.com/office/drawing/2014/main" id="{308E32F3-613D-620C-5538-5E081086BB1E}"/>
              </a:ext>
            </a:extLst>
          </p:cNvPr>
          <p:cNvSpPr/>
          <p:nvPr/>
        </p:nvSpPr>
        <p:spPr>
          <a:xfrm>
            <a:off x="4702590" y="4537436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Parallelogramm 35">
            <a:extLst>
              <a:ext uri="{FF2B5EF4-FFF2-40B4-BE49-F238E27FC236}">
                <a16:creationId xmlns:a16="http://schemas.microsoft.com/office/drawing/2014/main" id="{B69CBA43-2862-8B99-1B41-862663666D3F}"/>
              </a:ext>
            </a:extLst>
          </p:cNvPr>
          <p:cNvSpPr/>
          <p:nvPr/>
        </p:nvSpPr>
        <p:spPr>
          <a:xfrm>
            <a:off x="4702589" y="4421383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Parallelogramm 36">
            <a:extLst>
              <a:ext uri="{FF2B5EF4-FFF2-40B4-BE49-F238E27FC236}">
                <a16:creationId xmlns:a16="http://schemas.microsoft.com/office/drawing/2014/main" id="{303F3851-2102-9BFE-929A-D941A563E609}"/>
              </a:ext>
            </a:extLst>
          </p:cNvPr>
          <p:cNvSpPr/>
          <p:nvPr/>
        </p:nvSpPr>
        <p:spPr>
          <a:xfrm>
            <a:off x="4702588" y="4279264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feld 39">
            <a:extLst>
              <a:ext uri="{FF2B5EF4-FFF2-40B4-BE49-F238E27FC236}">
                <a16:creationId xmlns:a16="http://schemas.microsoft.com/office/drawing/2014/main" id="{DB941BB5-C58D-C7E4-85E5-8558AB1EC4E6}"/>
              </a:ext>
            </a:extLst>
          </p:cNvPr>
          <p:cNvSpPr txBox="1"/>
          <p:nvPr/>
        </p:nvSpPr>
        <p:spPr>
          <a:xfrm>
            <a:off x="1827707" y="5207728"/>
            <a:ext cx="2413590" cy="30777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400" dirty="0">
                <a:solidFill>
                  <a:srgbClr val="4472C4">
                    <a:lumMod val="50000"/>
                  </a:srgbClr>
                </a:solidFill>
                <a:latin typeface="Calibri" panose="020F0502020204030204"/>
              </a:rPr>
              <a:t>Input: 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Tensor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channels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feld 40">
            <a:extLst>
              <a:ext uri="{FF2B5EF4-FFF2-40B4-BE49-F238E27FC236}">
                <a16:creationId xmlns:a16="http://schemas.microsoft.com/office/drawing/2014/main" id="{17D5A86C-0AA1-36E0-B503-038CB8863D55}"/>
              </a:ext>
            </a:extLst>
          </p:cNvPr>
          <p:cNvSpPr txBox="1"/>
          <p:nvPr/>
        </p:nvSpPr>
        <p:spPr>
          <a:xfrm>
            <a:off x="4994356" y="5217249"/>
            <a:ext cx="1957231" cy="30777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 Kernels (C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channels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4" name="Textfeld 41">
            <a:extLst>
              <a:ext uri="{FF2B5EF4-FFF2-40B4-BE49-F238E27FC236}">
                <a16:creationId xmlns:a16="http://schemas.microsoft.com/office/drawing/2014/main" id="{DD5ACF2A-279E-1D57-F930-50776308DAFA}"/>
              </a:ext>
            </a:extLst>
          </p:cNvPr>
          <p:cNvSpPr txBox="1"/>
          <p:nvPr/>
        </p:nvSpPr>
        <p:spPr>
          <a:xfrm>
            <a:off x="2251377" y="2715217"/>
            <a:ext cx="1902214" cy="30777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 (</a:t>
            </a:r>
            <a:r>
              <a:rPr lang="de-DE" sz="1400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D </a:t>
            </a:r>
            <a:r>
              <a:rPr lang="de-DE" sz="1400" dirty="0" err="1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channels</a:t>
            </a:r>
            <a:r>
              <a:rPr lang="de-DE" sz="1400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)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43">
                <a:extLst>
                  <a:ext uri="{FF2B5EF4-FFF2-40B4-BE49-F238E27FC236}">
                    <a16:creationId xmlns:a16="http://schemas.microsoft.com/office/drawing/2014/main" id="{88BAEC51-4F93-40B9-B72E-7CC88491A4FD}"/>
                  </a:ext>
                </a:extLst>
              </p:cNvPr>
              <p:cNvSpPr txBox="1"/>
              <p:nvPr/>
            </p:nvSpPr>
            <p:spPr>
              <a:xfrm>
                <a:off x="2702464" y="4233797"/>
                <a:ext cx="6640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de-DE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4472C4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𝑋</m:t>
                      </m:r>
                    </m:oMath>
                  </m:oMathPara>
                </a14:m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feld 43">
                <a:extLst>
                  <a:ext uri="{FF2B5EF4-FFF2-40B4-BE49-F238E27FC236}">
                    <a16:creationId xmlns:a16="http://schemas.microsoft.com/office/drawing/2014/main" id="{88BAEC51-4F93-40B9-B72E-7CC88491A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464" y="4233797"/>
                <a:ext cx="66407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17978B3-078C-3108-33C4-940C50631E91}"/>
                  </a:ext>
                </a:extLst>
              </p:cNvPr>
              <p:cNvSpPr txBox="1"/>
              <p:nvPr/>
            </p:nvSpPr>
            <p:spPr>
              <a:xfrm>
                <a:off x="4286695" y="4327401"/>
                <a:ext cx="24686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DE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DE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17978B3-078C-3108-33C4-940C50631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695" y="4327401"/>
                <a:ext cx="246862" cy="430887"/>
              </a:xfrm>
              <a:prstGeom prst="rect">
                <a:avLst/>
              </a:prstGeom>
              <a:blipFill>
                <a:blip r:embed="rId3"/>
                <a:stretch>
                  <a:fillRect l="-19048" r="-1428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43">
                <a:extLst>
                  <a:ext uri="{FF2B5EF4-FFF2-40B4-BE49-F238E27FC236}">
                    <a16:creationId xmlns:a16="http://schemas.microsoft.com/office/drawing/2014/main" id="{7264F911-366F-30C2-1B5D-45AD50FACE0D}"/>
                  </a:ext>
                </a:extLst>
              </p:cNvPr>
              <p:cNvSpPr txBox="1"/>
              <p:nvPr/>
            </p:nvSpPr>
            <p:spPr>
              <a:xfrm>
                <a:off x="4994845" y="4327401"/>
                <a:ext cx="6640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de-D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72C4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de-D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72C4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e>
                        <m:sub>
                          <m:r>
                            <a:rPr kumimoji="0" lang="de-D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72C4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feld 43">
                <a:extLst>
                  <a:ext uri="{FF2B5EF4-FFF2-40B4-BE49-F238E27FC236}">
                    <a16:creationId xmlns:a16="http://schemas.microsoft.com/office/drawing/2014/main" id="{7264F911-366F-30C2-1B5D-45AD50FAC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845" y="4327401"/>
                <a:ext cx="66407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Parallelogramm 34">
            <a:extLst>
              <a:ext uri="{FF2B5EF4-FFF2-40B4-BE49-F238E27FC236}">
                <a16:creationId xmlns:a16="http://schemas.microsoft.com/office/drawing/2014/main" id="{35DF08EE-3E88-60B7-063B-F72B32CF0AFE}"/>
              </a:ext>
            </a:extLst>
          </p:cNvPr>
          <p:cNvSpPr/>
          <p:nvPr/>
        </p:nvSpPr>
        <p:spPr>
          <a:xfrm>
            <a:off x="5972974" y="4537436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Parallelogramm 35">
            <a:extLst>
              <a:ext uri="{FF2B5EF4-FFF2-40B4-BE49-F238E27FC236}">
                <a16:creationId xmlns:a16="http://schemas.microsoft.com/office/drawing/2014/main" id="{C5A2ED7C-5F3A-9E25-DD92-FE19FA05246A}"/>
              </a:ext>
            </a:extLst>
          </p:cNvPr>
          <p:cNvSpPr/>
          <p:nvPr/>
        </p:nvSpPr>
        <p:spPr>
          <a:xfrm>
            <a:off x="5972973" y="4421383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Parallelogramm 36">
            <a:extLst>
              <a:ext uri="{FF2B5EF4-FFF2-40B4-BE49-F238E27FC236}">
                <a16:creationId xmlns:a16="http://schemas.microsoft.com/office/drawing/2014/main" id="{B01F40D0-87F0-6429-3203-50870C0A4BBE}"/>
              </a:ext>
            </a:extLst>
          </p:cNvPr>
          <p:cNvSpPr/>
          <p:nvPr/>
        </p:nvSpPr>
        <p:spPr>
          <a:xfrm>
            <a:off x="5972972" y="4279264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43">
                <a:extLst>
                  <a:ext uri="{FF2B5EF4-FFF2-40B4-BE49-F238E27FC236}">
                    <a16:creationId xmlns:a16="http://schemas.microsoft.com/office/drawing/2014/main" id="{B22C9F49-27AE-FE55-DE9B-AB791529E25C}"/>
                  </a:ext>
                </a:extLst>
              </p:cNvPr>
              <p:cNvSpPr txBox="1"/>
              <p:nvPr/>
            </p:nvSpPr>
            <p:spPr>
              <a:xfrm>
                <a:off x="6265229" y="4327401"/>
                <a:ext cx="6640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de-D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72C4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de-D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72C4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e>
                        <m:sub>
                          <m:r>
                            <a:rPr kumimoji="0" lang="de-D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72C4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feld 43">
                <a:extLst>
                  <a:ext uri="{FF2B5EF4-FFF2-40B4-BE49-F238E27FC236}">
                    <a16:creationId xmlns:a16="http://schemas.microsoft.com/office/drawing/2014/main" id="{B22C9F49-27AE-FE55-DE9B-AB791529E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229" y="4327401"/>
                <a:ext cx="66407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Parallelogramm 24">
            <a:extLst>
              <a:ext uri="{FF2B5EF4-FFF2-40B4-BE49-F238E27FC236}">
                <a16:creationId xmlns:a16="http://schemas.microsoft.com/office/drawing/2014/main" id="{B9237264-5FC4-5483-EC93-95BCB3D54486}"/>
              </a:ext>
            </a:extLst>
          </p:cNvPr>
          <p:cNvSpPr/>
          <p:nvPr/>
        </p:nvSpPr>
        <p:spPr>
          <a:xfrm>
            <a:off x="2159744" y="1957929"/>
            <a:ext cx="2413591" cy="786810"/>
          </a:xfrm>
          <a:prstGeom prst="parallelogram">
            <a:avLst>
              <a:gd name="adj" fmla="val 88513"/>
            </a:avLst>
          </a:prstGeom>
          <a:solidFill>
            <a:schemeClr val="bg1">
              <a:lumMod val="7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Parallelogramm 34">
            <a:extLst>
              <a:ext uri="{FF2B5EF4-FFF2-40B4-BE49-F238E27FC236}">
                <a16:creationId xmlns:a16="http://schemas.microsoft.com/office/drawing/2014/main" id="{D3EDE5AB-BE56-B5AE-E9D3-2F63B59F2511}"/>
              </a:ext>
            </a:extLst>
          </p:cNvPr>
          <p:cNvSpPr/>
          <p:nvPr/>
        </p:nvSpPr>
        <p:spPr>
          <a:xfrm>
            <a:off x="7151918" y="4540701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Parallelogramm 35">
            <a:extLst>
              <a:ext uri="{FF2B5EF4-FFF2-40B4-BE49-F238E27FC236}">
                <a16:creationId xmlns:a16="http://schemas.microsoft.com/office/drawing/2014/main" id="{405B421C-2645-550F-37AF-F794AB9DE6CD}"/>
              </a:ext>
            </a:extLst>
          </p:cNvPr>
          <p:cNvSpPr/>
          <p:nvPr/>
        </p:nvSpPr>
        <p:spPr>
          <a:xfrm>
            <a:off x="7151917" y="4424648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Parallelogramm 36">
            <a:extLst>
              <a:ext uri="{FF2B5EF4-FFF2-40B4-BE49-F238E27FC236}">
                <a16:creationId xmlns:a16="http://schemas.microsoft.com/office/drawing/2014/main" id="{3D1BB0DE-02E0-1184-3C5C-3AC05819C9E7}"/>
              </a:ext>
            </a:extLst>
          </p:cNvPr>
          <p:cNvSpPr/>
          <p:nvPr/>
        </p:nvSpPr>
        <p:spPr>
          <a:xfrm>
            <a:off x="7151916" y="4282529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feld 43">
                <a:extLst>
                  <a:ext uri="{FF2B5EF4-FFF2-40B4-BE49-F238E27FC236}">
                    <a16:creationId xmlns:a16="http://schemas.microsoft.com/office/drawing/2014/main" id="{620ECB50-2ED7-B67A-E9AA-BAF00705BA79}"/>
                  </a:ext>
                </a:extLst>
              </p:cNvPr>
              <p:cNvSpPr txBox="1"/>
              <p:nvPr/>
            </p:nvSpPr>
            <p:spPr>
              <a:xfrm>
                <a:off x="7444173" y="4330666"/>
                <a:ext cx="6640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de-D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72C4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de-D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72C4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e>
                        <m:sub>
                          <m:r>
                            <a:rPr kumimoji="0" lang="de-D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72C4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7" name="Textfeld 43">
                <a:extLst>
                  <a:ext uri="{FF2B5EF4-FFF2-40B4-BE49-F238E27FC236}">
                    <a16:creationId xmlns:a16="http://schemas.microsoft.com/office/drawing/2014/main" id="{620ECB50-2ED7-B67A-E9AA-BAF00705B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4173" y="4330666"/>
                <a:ext cx="66407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Parallelogramm 24">
            <a:extLst>
              <a:ext uri="{FF2B5EF4-FFF2-40B4-BE49-F238E27FC236}">
                <a16:creationId xmlns:a16="http://schemas.microsoft.com/office/drawing/2014/main" id="{DDCA0B30-5F43-755B-CA15-4B02A5D83E6F}"/>
              </a:ext>
            </a:extLst>
          </p:cNvPr>
          <p:cNvSpPr/>
          <p:nvPr/>
        </p:nvSpPr>
        <p:spPr>
          <a:xfrm>
            <a:off x="2159744" y="1725823"/>
            <a:ext cx="2413591" cy="786810"/>
          </a:xfrm>
          <a:prstGeom prst="parallelogram">
            <a:avLst>
              <a:gd name="adj" fmla="val 88513"/>
            </a:avLst>
          </a:prstGeom>
          <a:solidFill>
            <a:schemeClr val="bg1">
              <a:lumMod val="65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Parallelogramm 34">
            <a:extLst>
              <a:ext uri="{FF2B5EF4-FFF2-40B4-BE49-F238E27FC236}">
                <a16:creationId xmlns:a16="http://schemas.microsoft.com/office/drawing/2014/main" id="{90C24A27-1E9E-F8A5-F66F-04EC7B1C1C30}"/>
              </a:ext>
            </a:extLst>
          </p:cNvPr>
          <p:cNvSpPr/>
          <p:nvPr/>
        </p:nvSpPr>
        <p:spPr>
          <a:xfrm>
            <a:off x="8379638" y="4514900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Parallelogramm 35">
            <a:extLst>
              <a:ext uri="{FF2B5EF4-FFF2-40B4-BE49-F238E27FC236}">
                <a16:creationId xmlns:a16="http://schemas.microsoft.com/office/drawing/2014/main" id="{324F856F-257D-653F-C99C-F14D756E1B2C}"/>
              </a:ext>
            </a:extLst>
          </p:cNvPr>
          <p:cNvSpPr/>
          <p:nvPr/>
        </p:nvSpPr>
        <p:spPr>
          <a:xfrm>
            <a:off x="8379637" y="4398847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Parallelogramm 36">
            <a:extLst>
              <a:ext uri="{FF2B5EF4-FFF2-40B4-BE49-F238E27FC236}">
                <a16:creationId xmlns:a16="http://schemas.microsoft.com/office/drawing/2014/main" id="{B2DAA964-F7F9-0890-D2D6-96C0D15308D3}"/>
              </a:ext>
            </a:extLst>
          </p:cNvPr>
          <p:cNvSpPr/>
          <p:nvPr/>
        </p:nvSpPr>
        <p:spPr>
          <a:xfrm>
            <a:off x="8379636" y="4256728"/>
            <a:ext cx="1178945" cy="421641"/>
          </a:xfrm>
          <a:prstGeom prst="parallelogram">
            <a:avLst>
              <a:gd name="adj" fmla="val 88513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43">
                <a:extLst>
                  <a:ext uri="{FF2B5EF4-FFF2-40B4-BE49-F238E27FC236}">
                    <a16:creationId xmlns:a16="http://schemas.microsoft.com/office/drawing/2014/main" id="{51365F8F-48CF-E1EC-9D8A-9510CB4C6BB4}"/>
                  </a:ext>
                </a:extLst>
              </p:cNvPr>
              <p:cNvSpPr txBox="1"/>
              <p:nvPr/>
            </p:nvSpPr>
            <p:spPr>
              <a:xfrm>
                <a:off x="8671893" y="4304865"/>
                <a:ext cx="6640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de-D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72C4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de-D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72C4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</m:e>
                        <m:sub>
                          <m:r>
                            <a:rPr kumimoji="0" lang="de-DE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4472C4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2" name="Textfeld 43">
                <a:extLst>
                  <a:ext uri="{FF2B5EF4-FFF2-40B4-BE49-F238E27FC236}">
                    <a16:creationId xmlns:a16="http://schemas.microsoft.com/office/drawing/2014/main" id="{51365F8F-48CF-E1EC-9D8A-9510CB4C6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893" y="4304865"/>
                <a:ext cx="66407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Parallelogramm 24">
            <a:extLst>
              <a:ext uri="{FF2B5EF4-FFF2-40B4-BE49-F238E27FC236}">
                <a16:creationId xmlns:a16="http://schemas.microsoft.com/office/drawing/2014/main" id="{D34141F6-4AB8-134B-AF58-359E9731E603}"/>
              </a:ext>
            </a:extLst>
          </p:cNvPr>
          <p:cNvSpPr/>
          <p:nvPr/>
        </p:nvSpPr>
        <p:spPr>
          <a:xfrm>
            <a:off x="2159743" y="1467691"/>
            <a:ext cx="2413591" cy="786810"/>
          </a:xfrm>
          <a:prstGeom prst="parallelogram">
            <a:avLst>
              <a:gd name="adj" fmla="val 88513"/>
            </a:avLst>
          </a:prstGeom>
          <a:solidFill>
            <a:schemeClr val="bg1">
              <a:lumMod val="5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EF45C10-2F0C-F148-E54B-090F22B8E2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800" y="1368617"/>
            <a:ext cx="7772400" cy="412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01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ABA54C-0DA3-781D-692E-231417031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626" y="1750667"/>
            <a:ext cx="2679700" cy="2451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E62DBD-4E24-B45B-B0DB-3E7AFD41F7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384" y="1444153"/>
            <a:ext cx="4219990" cy="30641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6B8BAA-A161-1660-0E32-CA526F5ED679}"/>
              </a:ext>
            </a:extLst>
          </p:cNvPr>
          <p:cNvSpPr txBox="1"/>
          <p:nvPr/>
        </p:nvSpPr>
        <p:spPr>
          <a:xfrm>
            <a:off x="2292626" y="993913"/>
            <a:ext cx="1762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Layer of MLP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B2B491-151D-1146-9C5E-E2E6AA7D9A4C}"/>
              </a:ext>
            </a:extLst>
          </p:cNvPr>
          <p:cNvSpPr txBox="1"/>
          <p:nvPr/>
        </p:nvSpPr>
        <p:spPr>
          <a:xfrm>
            <a:off x="6026840" y="993913"/>
            <a:ext cx="1762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Layer of CNN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E99FE8-94F7-DF08-AA2E-87560095508B}"/>
              </a:ext>
            </a:extLst>
          </p:cNvPr>
          <p:cNvSpPr txBox="1"/>
          <p:nvPr/>
        </p:nvSpPr>
        <p:spPr>
          <a:xfrm>
            <a:off x="6868353" y="2976216"/>
            <a:ext cx="184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</a:t>
            </a:r>
            <a:endParaRPr lang="en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57C788-E691-6286-8941-8E2516F9FA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600" y="1657350"/>
            <a:ext cx="76708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03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59F66D4-C77F-70BF-2C56-3531CC012854}"/>
              </a:ext>
            </a:extLst>
          </p:cNvPr>
          <p:cNvGrpSpPr/>
          <p:nvPr/>
        </p:nvGrpSpPr>
        <p:grpSpPr>
          <a:xfrm>
            <a:off x="3005224" y="2181571"/>
            <a:ext cx="495426" cy="593584"/>
            <a:chOff x="3533729" y="2049557"/>
            <a:chExt cx="495426" cy="59358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234DD0E-C7D5-A454-9FAF-DA1F1280060A}"/>
                </a:ext>
              </a:extLst>
            </p:cNvPr>
            <p:cNvSpPr/>
            <p:nvPr/>
          </p:nvSpPr>
          <p:spPr>
            <a:xfrm>
              <a:off x="3533729" y="2049557"/>
              <a:ext cx="495426" cy="59358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2" name="Triangle 11">
              <a:extLst>
                <a:ext uri="{FF2B5EF4-FFF2-40B4-BE49-F238E27FC236}">
                  <a16:creationId xmlns:a16="http://schemas.microsoft.com/office/drawing/2014/main" id="{B025CDE9-D122-E2CF-5061-5B4B76DF8DD9}"/>
                </a:ext>
              </a:extLst>
            </p:cNvPr>
            <p:cNvSpPr/>
            <p:nvPr/>
          </p:nvSpPr>
          <p:spPr>
            <a:xfrm rot="3205300" flipV="1">
              <a:off x="3546844" y="2102496"/>
              <a:ext cx="134128" cy="135211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CF954E83-5B7F-E0F9-E656-766CD69282F4}"/>
              </a:ext>
            </a:extLst>
          </p:cNvPr>
          <p:cNvSpPr/>
          <p:nvPr/>
        </p:nvSpPr>
        <p:spPr>
          <a:xfrm>
            <a:off x="2749703" y="2281034"/>
            <a:ext cx="360000" cy="36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7D25EC9-C08D-A936-6579-A5F64B5EF37A}"/>
              </a:ext>
            </a:extLst>
          </p:cNvPr>
          <p:cNvCxnSpPr>
            <a:cxnSpLocks/>
          </p:cNvCxnSpPr>
          <p:nvPr/>
        </p:nvCxnSpPr>
        <p:spPr>
          <a:xfrm flipV="1">
            <a:off x="2941327" y="2641034"/>
            <a:ext cx="0" cy="49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0C42E5F-F687-3F93-9477-87C0AC4C601C}"/>
              </a:ext>
            </a:extLst>
          </p:cNvPr>
          <p:cNvCxnSpPr>
            <a:cxnSpLocks/>
          </p:cNvCxnSpPr>
          <p:nvPr/>
        </p:nvCxnSpPr>
        <p:spPr>
          <a:xfrm flipV="1">
            <a:off x="2941655" y="1789712"/>
            <a:ext cx="0" cy="49132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8B57822-539E-F295-62E3-147658FCC99B}"/>
                  </a:ext>
                </a:extLst>
              </p:cNvPr>
              <p:cNvSpPr txBox="1"/>
              <p:nvPr/>
            </p:nvSpPr>
            <p:spPr>
              <a:xfrm>
                <a:off x="2789459" y="1285458"/>
                <a:ext cx="3351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DE" sz="2000" b="1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8B57822-539E-F295-62E3-147658FCC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459" y="1285458"/>
                <a:ext cx="335183" cy="400110"/>
              </a:xfrm>
              <a:prstGeom prst="rect">
                <a:avLst/>
              </a:prstGeom>
              <a:blipFill>
                <a:blip r:embed="rId2"/>
                <a:stretch>
                  <a:fillRect r="-10714" b="-625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1D974E4-BA41-1213-A4F2-2B07A7FE339F}"/>
                  </a:ext>
                </a:extLst>
              </p:cNvPr>
              <p:cNvSpPr txBox="1"/>
              <p:nvPr/>
            </p:nvSpPr>
            <p:spPr>
              <a:xfrm>
                <a:off x="2749703" y="3108628"/>
                <a:ext cx="3351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DE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DE" sz="2000" b="1" dirty="0"/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1D974E4-BA41-1213-A4F2-2B07A7FE3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703" y="3108628"/>
                <a:ext cx="335183" cy="400110"/>
              </a:xfrm>
              <a:prstGeom prst="rect">
                <a:avLst/>
              </a:prstGeom>
              <a:blipFill>
                <a:blip r:embed="rId3"/>
                <a:stretch>
                  <a:fillRect r="-1111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85ADA5D4-2510-CFDE-AEDF-2C35D7AA6CAD}"/>
              </a:ext>
            </a:extLst>
          </p:cNvPr>
          <p:cNvSpPr txBox="1"/>
          <p:nvPr/>
        </p:nvSpPr>
        <p:spPr>
          <a:xfrm>
            <a:off x="2366226" y="1882983"/>
            <a:ext cx="766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-0.5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6A84F5-8A47-09F0-E62B-F0071A43F465}"/>
              </a:ext>
            </a:extLst>
          </p:cNvPr>
          <p:cNvSpPr txBox="1"/>
          <p:nvPr/>
        </p:nvSpPr>
        <p:spPr>
          <a:xfrm>
            <a:off x="3500650" y="2396259"/>
            <a:ext cx="315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A5D29D-B92F-83B4-EFD1-1FD88518C9F9}"/>
              </a:ext>
            </a:extLst>
          </p:cNvPr>
          <p:cNvSpPr txBox="1"/>
          <p:nvPr/>
        </p:nvSpPr>
        <p:spPr>
          <a:xfrm>
            <a:off x="2422831" y="2719909"/>
            <a:ext cx="374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-1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D19E6651-D669-C4AB-9226-827C51AF0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311400"/>
            <a:ext cx="15494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2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88</Words>
  <Application>Microsoft Macintosh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Eisenreich Sandra</dc:creator>
  <cp:lastModifiedBy>Eisenreich Sandra</cp:lastModifiedBy>
  <cp:revision>2</cp:revision>
  <dcterms:created xsi:type="dcterms:W3CDTF">2024-03-30T17:12:14Z</dcterms:created>
  <dcterms:modified xsi:type="dcterms:W3CDTF">2024-04-01T15:47:41Z</dcterms:modified>
</cp:coreProperties>
</file>