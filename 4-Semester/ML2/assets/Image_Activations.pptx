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6296"/>
  </p:normalViewPr>
  <p:slideViewPr>
    <p:cSldViewPr snapToGrid="0">
      <p:cViewPr varScale="1">
        <p:scale>
          <a:sx n="96" d="100"/>
          <a:sy n="96" d="100"/>
        </p:scale>
        <p:origin x="200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1A19D-B19D-F98E-3EFB-568C717E9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A21DE-C3D4-1B0C-3DA7-5A71AD282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8D7F4-6E2C-1141-76D5-1945B6476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4E013-ED10-6F41-8EAD-B0EE3B9145D9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0E23D-15A0-D29D-14B3-53A2C9703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6457-F669-DE7F-4B8C-6E4EBBE60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2771-916A-9E49-AD2B-56C8AF75B8E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90714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711E8-AD3A-A993-AB5D-C5CF5732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8ADAA-39E7-3FB6-8585-75721E4D6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44057-E239-0BB4-7FBD-17777B85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4E013-ED10-6F41-8EAD-B0EE3B9145D9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F8236-8419-B814-1D89-E3BE0C340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3ACCC-4852-151E-3B14-08B2D182C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2771-916A-9E49-AD2B-56C8AF75B8E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9038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A0313-9AB1-D56D-BF74-69CF659E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71E61-DD1A-A263-556B-F330CE6FF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44220-D4A9-FEBA-DECA-DC9DFF231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4E013-ED10-6F41-8EAD-B0EE3B9145D9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A2C28-35E3-8983-F645-AB49A3D07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A3666-BD52-4304-FA08-56962DB3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2771-916A-9E49-AD2B-56C8AF75B8E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6120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5BF77-CDC2-FAF2-D96B-66906E69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E0062-6C08-E2D7-D66D-0D44F70786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351D4-9B6F-455B-76F1-6DB3B7E6D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0CFE4-3F39-A076-F0C4-1BD9974A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4E013-ED10-6F41-8EAD-B0EE3B9145D9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65593-4402-2B69-9EF0-191725230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56E68-8470-611F-C625-08CACAE62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2771-916A-9E49-AD2B-56C8AF75B8E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22982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FBB06-1296-5464-0CF4-63C661176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34224-81B1-38B1-C50C-C446D9FFE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89AE59-1308-D54C-AFBE-345BED023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8F57A2-F276-1CAE-51E3-5DF79348E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C69215-098A-CEE1-C71D-0D6FBFAD02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0F736B-5E32-7A26-CFD0-D93CCD268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4E013-ED10-6F41-8EAD-B0EE3B9145D9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C13E58-B7CD-649A-A3E5-21838FEEE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4E58DB-6A52-F1E9-8156-69CE64610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2771-916A-9E49-AD2B-56C8AF75B8E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97026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20D81-270B-9B31-B26C-9C7F452D9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1F3F23-6942-CF59-0E2C-8841F9920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4E013-ED10-6F41-8EAD-B0EE3B9145D9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AEF7D-38AC-DE4E-82DD-577BFF1C2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7E9E9-91A0-1EA3-80FF-E9A9379D9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2771-916A-9E49-AD2B-56C8AF75B8E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83009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DAB47A-9660-84B9-7D16-53E9E5513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4E013-ED10-6F41-8EAD-B0EE3B9145D9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DD7B69-4559-ADC4-F008-1E776F428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7DD6D-9959-DBAA-FEF8-FC5AE74E0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2771-916A-9E49-AD2B-56C8AF75B8E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8112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1547D-11C3-5ABA-DDA6-14D310FC3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05EE3-D7A2-6B51-1540-819EA878C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20634-51BF-73EA-880E-DB1187324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6CE5B-3AE0-168B-B435-CF234130F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4E013-ED10-6F41-8EAD-B0EE3B9145D9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0A766-3967-916F-6637-B0564C82F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E99846-13E2-E527-B54A-3B4DA217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2771-916A-9E49-AD2B-56C8AF75B8E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68442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1B557-5923-3E9D-A42F-DD66E1C3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FCB74E-8630-DE8C-512E-25B8643B5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54F23-7847-DA5A-1B2D-08236ED35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5F3460-BB83-4368-BB26-D71F682E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4E013-ED10-6F41-8EAD-B0EE3B9145D9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2DCA1-A08B-17B6-1E60-D32EA225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319A5-B54D-34E8-53AC-2750D36C4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2771-916A-9E49-AD2B-56C8AF75B8E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98588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761AB-D61A-BF12-72FC-2D37894F0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06BEA7-C168-6329-E6C4-49444F883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159EC-085F-10EF-CE68-911B45A98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4E013-ED10-6F41-8EAD-B0EE3B9145D9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F435A-14B5-64BB-BBBB-8AE48680C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AD650-93C3-7DB0-C1DB-7BE6CB584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2771-916A-9E49-AD2B-56C8AF75B8E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3581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F1AF59-6882-DB09-A8E4-4A63037B9E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0D56B-C912-A11A-53B5-04879C9EB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CBD74-0FFB-6166-831A-5E3E1A8B9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4E013-ED10-6F41-8EAD-B0EE3B9145D9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09830-1E60-12BC-07D0-F480206C5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18F73-8E48-D9F0-F677-47BBB4E9A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2771-916A-9E49-AD2B-56C8AF75B8E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06556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E7A445-5DF3-F92C-828B-4457EC71B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02B0C-1330-93CF-7001-DC6B655AF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ECEC7-A296-603F-D604-7A156C15BA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4E013-ED10-6F41-8EAD-B0EE3B9145D9}" type="datetimeFigureOut">
              <a:rPr lang="en-DE" smtClean="0"/>
              <a:t>14.03.23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F9DAB-EB01-3184-9358-3153F94D56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38474-FA68-DAD3-D7D7-160209D2E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72771-916A-9E49-AD2B-56C8AF75B8E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93821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F56110-38CA-ABB8-A4F7-4564EEE65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83" y="380522"/>
            <a:ext cx="9394137" cy="574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512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1BB622-30A9-E40D-2CD1-E7852E75F0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64469" b="51238"/>
          <a:stretch/>
        </p:blipFill>
        <p:spPr>
          <a:xfrm>
            <a:off x="1181099" y="963618"/>
            <a:ext cx="3337894" cy="2800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C5394FF-D703-345E-D238-2F45142B7E63}"/>
              </a:ext>
            </a:extLst>
          </p:cNvPr>
          <p:cNvSpPr/>
          <p:nvPr/>
        </p:nvSpPr>
        <p:spPr>
          <a:xfrm>
            <a:off x="1245996" y="974690"/>
            <a:ext cx="271305" cy="2512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EDDAAD-43AA-B844-164F-AF60776EB1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4268" r="93318" b="51238"/>
          <a:stretch/>
        </p:blipFill>
        <p:spPr>
          <a:xfrm>
            <a:off x="6528352" y="1470991"/>
            <a:ext cx="627822" cy="255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510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595E52-2C1A-677A-C641-58607237DC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789" t="3990" r="32304" b="50314"/>
          <a:stretch/>
        </p:blipFill>
        <p:spPr>
          <a:xfrm>
            <a:off x="4346713" y="609601"/>
            <a:ext cx="2809461" cy="26239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7B8213-D6E9-F1E3-D2F5-96A71C18E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4268" r="93318" b="51238"/>
          <a:stretch/>
        </p:blipFill>
        <p:spPr>
          <a:xfrm>
            <a:off x="3827674" y="629697"/>
            <a:ext cx="627822" cy="255490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AA1073-5024-D0D7-5A25-647FC744D9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4268" r="93318" b="51238"/>
          <a:stretch/>
        </p:blipFill>
        <p:spPr>
          <a:xfrm>
            <a:off x="3980074" y="782097"/>
            <a:ext cx="627822" cy="2554908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736772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4F7430-9F5D-5360-1520-3D09549412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106" t="4451" b="50315"/>
          <a:stretch/>
        </p:blipFill>
        <p:spPr>
          <a:xfrm>
            <a:off x="7288696" y="636103"/>
            <a:ext cx="2902224" cy="25974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0CDFB3-E062-8E04-A796-E0D2BE3AA7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4268" r="93318" b="51238"/>
          <a:stretch/>
        </p:blipFill>
        <p:spPr>
          <a:xfrm>
            <a:off x="6822665" y="617606"/>
            <a:ext cx="627822" cy="2554908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63275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4FFB03-5891-F80E-48FD-5EF3ECEEDA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3" t="53090" r="62917"/>
          <a:stretch/>
        </p:blipFill>
        <p:spPr>
          <a:xfrm>
            <a:off x="808383" y="3429000"/>
            <a:ext cx="3472069" cy="269365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004CBF-A709-630A-F06A-D042918C97D2}"/>
              </a:ext>
            </a:extLst>
          </p:cNvPr>
          <p:cNvSpPr/>
          <p:nvPr/>
        </p:nvSpPr>
        <p:spPr>
          <a:xfrm>
            <a:off x="808383" y="3429000"/>
            <a:ext cx="344556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23383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4C4B85-0831-CAC5-E7C2-77CBB3A802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365" t="55225" r="31176"/>
          <a:stretch/>
        </p:blipFill>
        <p:spPr>
          <a:xfrm>
            <a:off x="4306958" y="3551583"/>
            <a:ext cx="2955234" cy="25710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E678A7-C5D3-9039-95B9-E2707B4F63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542" t="55224"/>
          <a:stretch/>
        </p:blipFill>
        <p:spPr>
          <a:xfrm>
            <a:off x="7736506" y="629697"/>
            <a:ext cx="2955234" cy="25710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065DB3-457A-0BBC-E4AA-6E4AE6BB28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4268" r="93318" b="51238"/>
          <a:stretch/>
        </p:blipFill>
        <p:spPr>
          <a:xfrm>
            <a:off x="7288696" y="557756"/>
            <a:ext cx="627822" cy="255490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8DEF54-3DB2-DA83-EAC7-1EBC5961A5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4268" r="93318" b="51238"/>
          <a:stretch/>
        </p:blipFill>
        <p:spPr>
          <a:xfrm>
            <a:off x="3819808" y="3471199"/>
            <a:ext cx="627822" cy="255490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BBAA4E-3FB2-3804-2ADC-BE4FA03DEF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71" t="45114" r="93318" b="51238"/>
          <a:stretch/>
        </p:blipFill>
        <p:spPr>
          <a:xfrm>
            <a:off x="3947142" y="5786651"/>
            <a:ext cx="508356" cy="20949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C98F68-D0DD-AAB7-87AD-EF936F2256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71" t="45114" r="93318" b="51238"/>
          <a:stretch/>
        </p:blipFill>
        <p:spPr>
          <a:xfrm>
            <a:off x="7434666" y="2876669"/>
            <a:ext cx="508356" cy="209491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096274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FCF23B-C2E2-B3CD-1A9C-90AD81800A4D}"/>
              </a:ext>
            </a:extLst>
          </p:cNvPr>
          <p:cNvSpPr/>
          <p:nvPr/>
        </p:nvSpPr>
        <p:spPr>
          <a:xfrm>
            <a:off x="1446963" y="914400"/>
            <a:ext cx="3858567" cy="305469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86332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Eisenreich Sandra</dc:creator>
  <cp:lastModifiedBy>Eisenreich Sandra</cp:lastModifiedBy>
  <cp:revision>1</cp:revision>
  <dcterms:created xsi:type="dcterms:W3CDTF">2023-03-14T16:33:25Z</dcterms:created>
  <dcterms:modified xsi:type="dcterms:W3CDTF">2023-03-14T16:57:35Z</dcterms:modified>
</cp:coreProperties>
</file>