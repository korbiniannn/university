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73"/>
    <p:restoredTop sz="96327"/>
  </p:normalViewPr>
  <p:slideViewPr>
    <p:cSldViewPr snapToGrid="0">
      <p:cViewPr varScale="1">
        <p:scale>
          <a:sx n="110" d="100"/>
          <a:sy n="110" d="100"/>
        </p:scale>
        <p:origin x="20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85EE-DE5B-85EA-11D9-D1127B352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9AF22-FC1C-C6FD-9DC1-3A365218B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C42D-F4D2-740A-8931-87B61DA05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C6686-D09B-1002-4C9B-D384FBF5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C8536-4253-F53E-9A5D-E9EC952B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82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3336-ECA3-A15E-C844-B72D0690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7B8C-F960-65B0-26DA-4DF9C3D9D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93BE2-BE43-8328-AF5D-A24478BE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1F29B-E759-6056-5264-66FDD8C0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BA200-27C9-6AD3-30C6-21CF923F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230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1825-0209-3A30-98DB-AB3028E3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808C5-AA29-6270-7A20-AC3DD917B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6AFE-9047-BF6F-049B-7CC0B534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454E2-51C2-7FCF-C1D8-AC4BDAEB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BDA6-1144-72CA-6F98-BA9D4F60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459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D522-1E60-3D6B-8C96-1E8EFE9A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619E-EBF6-1A41-1CC6-A200F083F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3E4B5-8A52-E5C7-1DC1-2CAA8F45A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DBF8B-CC8E-A392-3780-C31787CE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64250-8272-4803-D3FA-FB03B1AF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21F24-E180-21BF-3784-816A7133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219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8D14-75E7-10B9-CACC-AC759BF7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92D84-6E69-32E3-2272-BD35474DB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A933B-BDB1-D1A9-4345-3241F023F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9AA31-2047-A939-DA45-003F130DC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FE020-1E3E-1E49-0CC0-CF986581D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EB895-69D7-CEE2-7AC1-D21A97F7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E8255-E55A-5FE8-E06C-24B8827B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6FBB7-D7CF-FA0B-D297-18BCAB53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22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6CEC-A802-A4C1-14C5-E3F0AC21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6F734-E92A-DFD7-95A3-20AB13B3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4F5BF-A047-DFED-F813-DBA9E14E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EABD5-7BE1-4792-D5DC-EA0974A2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731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300CD-F33E-8B91-5BA1-D5B8DD59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58FD5-473E-1D3D-4EDE-C2437C4B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C082-B53D-D424-3C9F-BFB79D4D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73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67D3-BF19-C2F2-A7AC-E7E64014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0936B-9ADB-B69F-904A-3421A9B3C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B32A-86AE-45B3-11C7-A768E5DF6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4BECA-63A3-C9C3-E27A-D84C9789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FD97D-128E-7707-35C0-4F1325E1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09EA0-52D2-94C4-250E-FB6A9DF2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652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15C1-A8C5-F600-24E2-CC2802FB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7B34F-8744-F888-7458-54083C971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8A318-2A07-8E41-F9C4-3DC63B4CC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C22E4-A834-F855-5254-AFD543B4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8DE8D-CE06-8F88-6A01-955FDEED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5F42A-7202-37BE-EFB4-1A3A98B8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321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A194-C906-ACE6-D6AC-609CB97A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9D6C4-CB99-4CB9-0AFF-CDA4A6966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4F27-36CC-EBEE-10CE-128329DB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9670-B78C-1F51-C726-57ED1832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EBF3B-9B41-5CB0-F005-60F8E116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163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F7DF1-4010-AA89-64AA-892627461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ED02E-71B5-DC00-93DB-76EED07E2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E93C-922C-80DA-9533-628A4408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9B5F1-DACA-5F46-0F3D-01C3E354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D260-1FD3-8398-77B0-D2BCDCCA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454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84506-D634-022B-273B-F4B0FEAD2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41884-32F4-483D-0077-D967EB7A0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66B19-D556-EE63-617D-83DE614D9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90CD1-F0CD-434A-ADAD-C9572752AC6F}" type="datetimeFigureOut">
              <a:rPr lang="en-DE" smtClean="0"/>
              <a:t>19.03.23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3FCF-2E9B-DE00-3563-70D5AD2E1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60DE6-5EE5-EC01-9F6A-A3B781348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D6BA6-8DCF-3342-BCD2-D564F870DED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118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CBB56E-8EC4-51A0-DA15-F4A34DD1C388}"/>
              </a:ext>
            </a:extLst>
          </p:cNvPr>
          <p:cNvSpPr/>
          <p:nvPr/>
        </p:nvSpPr>
        <p:spPr>
          <a:xfrm>
            <a:off x="2566475" y="5915187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EED7DE-A318-1C6F-8E59-F8F4734F1189}"/>
              </a:ext>
            </a:extLst>
          </p:cNvPr>
          <p:cNvSpPr/>
          <p:nvPr/>
        </p:nvSpPr>
        <p:spPr>
          <a:xfrm>
            <a:off x="2566475" y="3889617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750053-89B5-EC65-E170-1463B20A3016}"/>
              </a:ext>
            </a:extLst>
          </p:cNvPr>
          <p:cNvSpPr/>
          <p:nvPr/>
        </p:nvSpPr>
        <p:spPr>
          <a:xfrm>
            <a:off x="2566475" y="4902401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7A6BD6-4786-0CF4-297E-BFE5FA9A2532}"/>
              </a:ext>
            </a:extLst>
          </p:cNvPr>
          <p:cNvSpPr/>
          <p:nvPr/>
        </p:nvSpPr>
        <p:spPr>
          <a:xfrm>
            <a:off x="2566475" y="2876833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C268F2-2635-5520-A105-F5D999643B71}"/>
              </a:ext>
            </a:extLst>
          </p:cNvPr>
          <p:cNvSpPr/>
          <p:nvPr/>
        </p:nvSpPr>
        <p:spPr>
          <a:xfrm>
            <a:off x="2566475" y="1864049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E868F-58C5-BB5E-2B7A-45211DD234E9}"/>
              </a:ext>
            </a:extLst>
          </p:cNvPr>
          <p:cNvSpPr txBox="1"/>
          <p:nvPr/>
        </p:nvSpPr>
        <p:spPr>
          <a:xfrm>
            <a:off x="3229338" y="5983336"/>
            <a:ext cx="145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</a:t>
            </a:r>
            <a:r>
              <a:rPr lang="en-DE" sz="1400" dirty="0"/>
              <a:t>nput, Layer 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33D01-F846-386F-8F54-AD19F9F5B9DE}"/>
              </a:ext>
            </a:extLst>
          </p:cNvPr>
          <p:cNvSpPr txBox="1"/>
          <p:nvPr/>
        </p:nvSpPr>
        <p:spPr>
          <a:xfrm>
            <a:off x="3229339" y="4982512"/>
            <a:ext cx="73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GB" sz="1400" baseline="-25000" dirty="0"/>
              <a:t>1</a:t>
            </a:r>
            <a:r>
              <a:rPr lang="en-GB" sz="1400" dirty="0"/>
              <a:t>=sin</a:t>
            </a:r>
            <a:endParaRPr lang="en-DE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83710C-EAC9-BD4E-02B3-C2C5D91B110D}"/>
              </a:ext>
            </a:extLst>
          </p:cNvPr>
          <p:cNvSpPr txBox="1"/>
          <p:nvPr/>
        </p:nvSpPr>
        <p:spPr>
          <a:xfrm>
            <a:off x="3229338" y="4035507"/>
            <a:ext cx="145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GB" sz="1400" baseline="-25000" dirty="0"/>
              <a:t>2</a:t>
            </a:r>
            <a:r>
              <a:rPr lang="en-GB" sz="1400" dirty="0"/>
              <a:t>=exp</a:t>
            </a:r>
            <a:r>
              <a:rPr lang="en-DE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B4F42-A86A-9E1E-811F-120DCCA901BB}"/>
              </a:ext>
            </a:extLst>
          </p:cNvPr>
          <p:cNvSpPr txBox="1"/>
          <p:nvPr/>
        </p:nvSpPr>
        <p:spPr>
          <a:xfrm>
            <a:off x="3229338" y="2956944"/>
            <a:ext cx="145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GB" sz="1400" baseline="-25000" dirty="0"/>
              <a:t>3</a:t>
            </a:r>
            <a:r>
              <a:rPr lang="en-GB" sz="1400" dirty="0"/>
              <a:t>=cos</a:t>
            </a:r>
            <a:endParaRPr lang="en-DE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AB564-F6FE-01DC-8943-D95CD0DB4D22}"/>
              </a:ext>
            </a:extLst>
          </p:cNvPr>
          <p:cNvSpPr txBox="1"/>
          <p:nvPr/>
        </p:nvSpPr>
        <p:spPr>
          <a:xfrm>
            <a:off x="3229337" y="1944160"/>
            <a:ext cx="145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GB" sz="1400" baseline="-25000" dirty="0"/>
              <a:t>4</a:t>
            </a:r>
            <a:r>
              <a:rPr lang="en-GB" sz="1400" dirty="0"/>
              <a:t>=log</a:t>
            </a:r>
            <a:endParaRPr lang="en-DE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0C9D75-129E-5C49-6970-261E760AF6AA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2800475" y="5370401"/>
            <a:ext cx="0" cy="544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032EFB-5821-2B98-D135-9D37C212981E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2800475" y="4357617"/>
            <a:ext cx="0" cy="54478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DE65AA-04B3-BD7F-3B37-73E90122ABD7}"/>
              </a:ext>
            </a:extLst>
          </p:cNvPr>
          <p:cNvCxnSpPr>
            <a:cxnSpLocks/>
            <a:stCxn id="5" idx="0"/>
            <a:endCxn id="7" idx="4"/>
          </p:cNvCxnSpPr>
          <p:nvPr/>
        </p:nvCxnSpPr>
        <p:spPr>
          <a:xfrm flipV="1">
            <a:off x="2800475" y="3344833"/>
            <a:ext cx="0" cy="54478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6AD8E4-69B2-D03C-29B2-114F1DC3F21F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V="1">
            <a:off x="2800475" y="2332049"/>
            <a:ext cx="0" cy="54478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AAD8AB-BA82-D3C3-A965-A46838D5E6DC}"/>
              </a:ext>
            </a:extLst>
          </p:cNvPr>
          <p:cNvSpPr txBox="1"/>
          <p:nvPr/>
        </p:nvSpPr>
        <p:spPr>
          <a:xfrm>
            <a:off x="2765660" y="5484647"/>
            <a:ext cx="73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w</a:t>
            </a:r>
            <a:r>
              <a:rPr lang="en-DE" sz="1400" baseline="-25000" dirty="0"/>
              <a:t>0</a:t>
            </a:r>
            <a:endParaRPr lang="en-DE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F518D-0FDC-9539-ED6C-9DD618D47185}"/>
              </a:ext>
            </a:extLst>
          </p:cNvPr>
          <p:cNvSpPr txBox="1"/>
          <p:nvPr/>
        </p:nvSpPr>
        <p:spPr>
          <a:xfrm>
            <a:off x="2765659" y="4525680"/>
            <a:ext cx="73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w</a:t>
            </a:r>
            <a:r>
              <a:rPr lang="en-DE" sz="1400" baseline="-25000" dirty="0"/>
              <a:t>1</a:t>
            </a:r>
            <a:endParaRPr lang="en-DE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E0232D-E452-FE1B-1F29-E74A76FA72C1}"/>
              </a:ext>
            </a:extLst>
          </p:cNvPr>
          <p:cNvSpPr txBox="1"/>
          <p:nvPr/>
        </p:nvSpPr>
        <p:spPr>
          <a:xfrm>
            <a:off x="2765659" y="3508976"/>
            <a:ext cx="73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w</a:t>
            </a:r>
            <a:r>
              <a:rPr lang="en-DE" sz="1400" baseline="-25000" dirty="0"/>
              <a:t>2</a:t>
            </a:r>
            <a:endParaRPr lang="en-DE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B0B0BE-0852-0900-990B-596441F5F50A}"/>
              </a:ext>
            </a:extLst>
          </p:cNvPr>
          <p:cNvSpPr txBox="1"/>
          <p:nvPr/>
        </p:nvSpPr>
        <p:spPr>
          <a:xfrm>
            <a:off x="2772402" y="2492272"/>
            <a:ext cx="73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w</a:t>
            </a:r>
            <a:r>
              <a:rPr lang="en-DE" sz="1400" baseline="-25000" dirty="0"/>
              <a:t>3</a:t>
            </a:r>
            <a:endParaRPr lang="en-DE" sz="14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A1D4D9-40F6-9021-3528-34C7DD69EE68}"/>
              </a:ext>
            </a:extLst>
          </p:cNvPr>
          <p:cNvSpPr/>
          <p:nvPr/>
        </p:nvSpPr>
        <p:spPr>
          <a:xfrm>
            <a:off x="2559732" y="836752"/>
            <a:ext cx="468000" cy="468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2437A9-1266-4D1E-1E6E-422431182F48}"/>
              </a:ext>
            </a:extLst>
          </p:cNvPr>
          <p:cNvCxnSpPr>
            <a:cxnSpLocks/>
            <a:stCxn id="8" idx="0"/>
            <a:endCxn id="30" idx="4"/>
          </p:cNvCxnSpPr>
          <p:nvPr/>
        </p:nvCxnSpPr>
        <p:spPr>
          <a:xfrm flipH="1" flipV="1">
            <a:off x="2793732" y="1304752"/>
            <a:ext cx="6743" cy="55929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1A6007-0B00-4F20-B7E4-144DEBC9154B}"/>
              </a:ext>
            </a:extLst>
          </p:cNvPr>
          <p:cNvSpPr txBox="1"/>
          <p:nvPr/>
        </p:nvSpPr>
        <p:spPr>
          <a:xfrm>
            <a:off x="2765659" y="1464975"/>
            <a:ext cx="734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w</a:t>
            </a:r>
            <a:r>
              <a:rPr lang="en-DE" sz="1400" baseline="-25000" dirty="0"/>
              <a:t>4</a:t>
            </a:r>
            <a:endParaRPr lang="en-DE" sz="14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5B16A4-A6BC-12B0-B899-E77FA3C24680}"/>
              </a:ext>
            </a:extLst>
          </p:cNvPr>
          <p:cNvSpPr/>
          <p:nvPr/>
        </p:nvSpPr>
        <p:spPr>
          <a:xfrm>
            <a:off x="1983044" y="5987187"/>
            <a:ext cx="324000" cy="324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F9C455-C24F-4484-57C4-A71809D77B47}"/>
              </a:ext>
            </a:extLst>
          </p:cNvPr>
          <p:cNvCxnSpPr>
            <a:cxnSpLocks/>
            <a:stCxn id="34" idx="0"/>
            <a:endCxn id="6" idx="4"/>
          </p:cNvCxnSpPr>
          <p:nvPr/>
        </p:nvCxnSpPr>
        <p:spPr>
          <a:xfrm flipV="1">
            <a:off x="2145044" y="5370401"/>
            <a:ext cx="655431" cy="616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253909E-3CFB-523E-A481-4EF54C63F6ED}"/>
              </a:ext>
            </a:extLst>
          </p:cNvPr>
          <p:cNvSpPr txBox="1"/>
          <p:nvPr/>
        </p:nvSpPr>
        <p:spPr>
          <a:xfrm>
            <a:off x="2092491" y="5470242"/>
            <a:ext cx="4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</a:t>
            </a:r>
            <a:r>
              <a:rPr lang="en-DE" sz="1400" baseline="-25000" dirty="0"/>
              <a:t>0</a:t>
            </a:r>
            <a:endParaRPr lang="en-DE" sz="1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6D09AB4-ABC3-31CF-FCB0-2F9021EB6723}"/>
              </a:ext>
            </a:extLst>
          </p:cNvPr>
          <p:cNvSpPr/>
          <p:nvPr/>
        </p:nvSpPr>
        <p:spPr>
          <a:xfrm>
            <a:off x="1750228" y="4745207"/>
            <a:ext cx="324000" cy="324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5F4737-78F6-CDF3-9E8F-E6E1E979CB61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912228" y="4128421"/>
            <a:ext cx="655431" cy="616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E37489B-35F5-447B-2972-B7DCF1CC0ACA}"/>
              </a:ext>
            </a:extLst>
          </p:cNvPr>
          <p:cNvSpPr txBox="1"/>
          <p:nvPr/>
        </p:nvSpPr>
        <p:spPr>
          <a:xfrm>
            <a:off x="1859675" y="4228262"/>
            <a:ext cx="4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</a:t>
            </a:r>
            <a:r>
              <a:rPr lang="en-DE" sz="1400" baseline="-25000" dirty="0"/>
              <a:t>1</a:t>
            </a:r>
            <a:endParaRPr lang="en-DE" sz="14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223C20C-FEB7-F46D-6186-35BC9BBB3E6C}"/>
              </a:ext>
            </a:extLst>
          </p:cNvPr>
          <p:cNvSpPr/>
          <p:nvPr/>
        </p:nvSpPr>
        <p:spPr>
          <a:xfrm>
            <a:off x="1736643" y="3707949"/>
            <a:ext cx="324000" cy="324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87FFFAB-2AAF-1B0C-F98E-DEAF96EDC31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1898643" y="3091163"/>
            <a:ext cx="655431" cy="616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6F070B7-1A19-C1A1-6DAD-F4A0FDC34472}"/>
              </a:ext>
            </a:extLst>
          </p:cNvPr>
          <p:cNvSpPr txBox="1"/>
          <p:nvPr/>
        </p:nvSpPr>
        <p:spPr>
          <a:xfrm>
            <a:off x="1846090" y="3191004"/>
            <a:ext cx="4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</a:t>
            </a:r>
            <a:r>
              <a:rPr lang="en-DE" sz="1400" baseline="-25000" dirty="0"/>
              <a:t>2</a:t>
            </a:r>
            <a:endParaRPr lang="en-DE" sz="14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EDAF44-67C5-DA60-36B9-85C73B776827}"/>
              </a:ext>
            </a:extLst>
          </p:cNvPr>
          <p:cNvSpPr/>
          <p:nvPr/>
        </p:nvSpPr>
        <p:spPr>
          <a:xfrm>
            <a:off x="1741215" y="2710536"/>
            <a:ext cx="324000" cy="324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DD8AEBA-D341-D5BD-0F5F-76833F5416D7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1903215" y="2093750"/>
            <a:ext cx="655431" cy="616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A61D76F-09F4-8BC9-EC52-57BA16F27822}"/>
              </a:ext>
            </a:extLst>
          </p:cNvPr>
          <p:cNvSpPr txBox="1"/>
          <p:nvPr/>
        </p:nvSpPr>
        <p:spPr>
          <a:xfrm>
            <a:off x="1850662" y="2193591"/>
            <a:ext cx="4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</a:t>
            </a:r>
            <a:r>
              <a:rPr lang="en-DE" sz="1400" baseline="-25000" dirty="0"/>
              <a:t>3</a:t>
            </a:r>
            <a:endParaRPr lang="en-DE" sz="14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D70674E-9304-BED1-3036-C1AC71D98762}"/>
              </a:ext>
            </a:extLst>
          </p:cNvPr>
          <p:cNvSpPr/>
          <p:nvPr/>
        </p:nvSpPr>
        <p:spPr>
          <a:xfrm>
            <a:off x="1724470" y="1694885"/>
            <a:ext cx="324000" cy="324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AA87A3-752C-DEC4-E997-995CBD523EB0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1886470" y="1078099"/>
            <a:ext cx="655431" cy="61678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DC7A665-0F18-2703-FEBC-AFA0F08ECC02}"/>
              </a:ext>
            </a:extLst>
          </p:cNvPr>
          <p:cNvSpPr txBox="1"/>
          <p:nvPr/>
        </p:nvSpPr>
        <p:spPr>
          <a:xfrm>
            <a:off x="1833917" y="1177940"/>
            <a:ext cx="4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</a:t>
            </a:r>
            <a:r>
              <a:rPr lang="en-DE" sz="1400" baseline="-25000" dirty="0"/>
              <a:t>4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298411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34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2023-03-19T19:42:45Z</dcterms:created>
  <dcterms:modified xsi:type="dcterms:W3CDTF">2023-03-19T20:07:39Z</dcterms:modified>
</cp:coreProperties>
</file>