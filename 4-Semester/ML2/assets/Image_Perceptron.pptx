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55"/>
    <p:restoredTop sz="96301"/>
  </p:normalViewPr>
  <p:slideViewPr>
    <p:cSldViewPr snapToGrid="0">
      <p:cViewPr varScale="1">
        <p:scale>
          <a:sx n="90" d="100"/>
          <a:sy n="90" d="100"/>
        </p:scale>
        <p:origin x="232" y="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EBB52-46DA-A27F-4865-37887A443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49F3CF-050C-EA90-AAD9-19F5090754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7A93E-CACB-ADD4-D387-B4F3A4F7A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F323E-EC09-0C47-97A3-680879FEC89D}" type="datetimeFigureOut">
              <a:rPr lang="en-DE" smtClean="0"/>
              <a:t>14.03.23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294A7-E52F-E95E-5C0C-0901D631E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D0CCD-2093-4B1F-FD6E-318E3A7BC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9CF46-33E2-5749-87D8-B7A2951019F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41167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C3F1B-6A48-A5EF-28BF-D78DA9BF6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A269D-334E-A132-B947-FD7161319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60BB8-46CA-CCE2-00B3-CBEADC06C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F323E-EC09-0C47-97A3-680879FEC89D}" type="datetimeFigureOut">
              <a:rPr lang="en-DE" smtClean="0"/>
              <a:t>14.03.23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DEA01-81F0-5693-7830-66BD9D2E1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623D0-0FFE-B833-F0A5-8AA1A7BF9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9CF46-33E2-5749-87D8-B7A2951019F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8797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D5E64-DB00-1852-324B-4798C9ADD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197C5-4404-FD0E-615D-C2C8EFE44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F76A2-79A4-D699-6A42-DDF12ADB3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F323E-EC09-0C47-97A3-680879FEC89D}" type="datetimeFigureOut">
              <a:rPr lang="en-DE" smtClean="0"/>
              <a:t>14.03.23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A3A41-B9DD-21E0-C818-4054557F5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789A8-FA60-B3F7-BCAC-16201F5DB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9CF46-33E2-5749-87D8-B7A2951019F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53462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443B2-66AA-6AB3-1E2A-45CD50774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75655-B405-BE41-EE14-2EAE22B7DD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4F20CA-FC5D-CF58-5F2E-506A047253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482240-1C3D-743E-6600-28687F7A7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F323E-EC09-0C47-97A3-680879FEC89D}" type="datetimeFigureOut">
              <a:rPr lang="en-DE" smtClean="0"/>
              <a:t>14.03.23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D46E4-AF9E-2579-C241-E20FA9B7C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5E4A4E-C50D-7248-A8B6-2BA7B426C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9CF46-33E2-5749-87D8-B7A2951019F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89007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A7EBA-8E9E-8E22-A959-28CFDDC1F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EBDCE-A54F-9C3B-018B-8B8AE1CA1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D12426-C3C0-FE5D-47C0-2215829CDB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9138AD-24BC-523B-FEEE-B0558A6BE8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7B93AF-24BB-48A5-DD91-5BF697F73C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74AB0D-F362-1CB7-35B1-9B62DC209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F323E-EC09-0C47-97A3-680879FEC89D}" type="datetimeFigureOut">
              <a:rPr lang="en-DE" smtClean="0"/>
              <a:t>14.03.23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7CA368-A5CE-3DEA-F84A-A34E01334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34B434-8790-B9D5-0D38-51BE81CDE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9CF46-33E2-5749-87D8-B7A2951019F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19100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D69D4-B685-F986-2140-1DF46DB97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AE8271-BABD-6AEB-6A5C-57C1711D6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F323E-EC09-0C47-97A3-680879FEC89D}" type="datetimeFigureOut">
              <a:rPr lang="en-DE" smtClean="0"/>
              <a:t>14.03.23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EB0ECE-B271-6DB1-5CF4-F06B32D37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C52A2-3D5C-37B3-4AD1-8B1FD072E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9CF46-33E2-5749-87D8-B7A2951019F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23702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044ABC-5FD4-920F-E076-F13BA031D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F323E-EC09-0C47-97A3-680879FEC89D}" type="datetimeFigureOut">
              <a:rPr lang="en-DE" smtClean="0"/>
              <a:t>14.03.23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AA7726-1C58-40CD-5677-F36CB1952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EBC27-53C7-0B8F-3427-3FE78164B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9CF46-33E2-5749-87D8-B7A2951019F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66112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24006-B4D5-1683-52E1-959B38FE3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84A52-D9A8-1F33-F746-471716913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E011B9-AB31-6AF3-EBFF-659A1685F2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3DF940-FED9-4CB0-3094-6A4969B9C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F323E-EC09-0C47-97A3-680879FEC89D}" type="datetimeFigureOut">
              <a:rPr lang="en-DE" smtClean="0"/>
              <a:t>14.03.23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B7F48A-53F7-8E4F-8C0F-9B735781F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622DE1-DD92-AB98-8B9A-AB3DB02FA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9CF46-33E2-5749-87D8-B7A2951019F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81894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02990-8600-437B-F897-0E8C713D2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2A7BAD-2242-41AF-8AE1-E2259748A9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87F404-F80F-94B4-4147-C4106DC4D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7AB5A7-DC47-19BC-9199-5A66C88C0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F323E-EC09-0C47-97A3-680879FEC89D}" type="datetimeFigureOut">
              <a:rPr lang="en-DE" smtClean="0"/>
              <a:t>14.03.23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20F611-4145-A348-CC7D-BA3004B58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6AA602-413D-836A-860D-0D51D94CE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9CF46-33E2-5749-87D8-B7A2951019F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96925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53463-EE62-8C57-DEBF-CF310119B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2AD55B-2D69-59F6-0D8C-B31CF43EA3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53E7D-C601-EB61-87BF-77983BE01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F323E-EC09-0C47-97A3-680879FEC89D}" type="datetimeFigureOut">
              <a:rPr lang="en-DE" smtClean="0"/>
              <a:t>14.03.23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7DDD5-81AA-4A2E-DE50-B7EC3AC16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DE5C6-364F-E4A6-B7DB-71015C091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9CF46-33E2-5749-87D8-B7A2951019F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06496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5DDBC8-9F7C-E759-C74A-E0798820A2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6491FC-A845-0954-113A-F3B0B7D8B6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D7D59-A933-35F8-5EE1-D43E9FCC0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F323E-EC09-0C47-97A3-680879FEC89D}" type="datetimeFigureOut">
              <a:rPr lang="en-DE" smtClean="0"/>
              <a:t>14.03.23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B4D7B-F5CE-338D-02F8-7FF2A4AED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5B755-BECC-2601-6EC8-3820021BF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9CF46-33E2-5749-87D8-B7A2951019F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95008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98D60B-7886-6EEE-0784-D8DF34A09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2CA9C-44B0-A488-A865-1D15C4EA6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7554C-7663-941C-4036-276C60A835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5F323E-EC09-0C47-97A3-680879FEC89D}" type="datetimeFigureOut">
              <a:rPr lang="en-DE" smtClean="0"/>
              <a:t>14.03.23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F6006-3A2A-C4FD-6A4B-522C55A2BC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078DA-E426-E469-D5FB-98F72BCDC2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9CF46-33E2-5749-87D8-B7A2951019F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44108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F4E24E-051B-F111-79D8-5E19251FC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383" y="347663"/>
            <a:ext cx="5740400" cy="31623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43A07CF0-6D2F-1575-3DAD-DE857ADB4050}"/>
              </a:ext>
            </a:extLst>
          </p:cNvPr>
          <p:cNvSpPr/>
          <p:nvPr/>
        </p:nvSpPr>
        <p:spPr>
          <a:xfrm>
            <a:off x="2107375" y="2398351"/>
            <a:ext cx="540000" cy="540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 sz="14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9A03C16-D544-E207-542B-46638ECCEA29}"/>
              </a:ext>
            </a:extLst>
          </p:cNvPr>
          <p:cNvCxnSpPr>
            <a:cxnSpLocks/>
            <a:stCxn id="6" idx="7"/>
          </p:cNvCxnSpPr>
          <p:nvPr/>
        </p:nvCxnSpPr>
        <p:spPr>
          <a:xfrm flipV="1">
            <a:off x="2568294" y="2093843"/>
            <a:ext cx="1202010" cy="38358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D8CF8E98-0924-093F-F5C1-D8F987FFA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4728" y="3335337"/>
            <a:ext cx="5803900" cy="3175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6118BE1-A5DE-D7F9-E8D9-55E538868535}"/>
              </a:ext>
            </a:extLst>
          </p:cNvPr>
          <p:cNvSpPr txBox="1"/>
          <p:nvPr/>
        </p:nvSpPr>
        <p:spPr>
          <a:xfrm>
            <a:off x="2160383" y="2477432"/>
            <a:ext cx="54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/>
              <a:t>W</a:t>
            </a:r>
            <a:r>
              <a:rPr lang="en-DE" sz="1800" baseline="-25000" dirty="0"/>
              <a:t>0</a:t>
            </a:r>
            <a:endParaRPr lang="en-DE" sz="1800" dirty="0"/>
          </a:p>
          <a:p>
            <a:endParaRPr lang="en-DE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3B4F834-D8DC-1362-83D2-C3E0A1DF08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4050" y="1841500"/>
            <a:ext cx="5803900" cy="31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090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7D8460-C874-8D7D-AFD7-895BA61BDF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7970" b="81230"/>
          <a:stretch/>
        </p:blipFill>
        <p:spPr>
          <a:xfrm>
            <a:off x="3225799" y="1187450"/>
            <a:ext cx="3560763" cy="7556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9AAA72-90CA-C5AA-CA0F-D1B69F00C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9631" y="1943100"/>
            <a:ext cx="5753100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167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107BEB-501F-48F9-88F8-D9C7E7D4B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235" y="681037"/>
            <a:ext cx="5740400" cy="3302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1631D2-D0FA-302C-D8B9-BB923D484E68}"/>
              </a:ext>
            </a:extLst>
          </p:cNvPr>
          <p:cNvSpPr txBox="1"/>
          <p:nvPr/>
        </p:nvSpPr>
        <p:spPr>
          <a:xfrm>
            <a:off x="3478900" y="777459"/>
            <a:ext cx="410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</a:t>
            </a:r>
            <a:r>
              <a:rPr lang="en-DE" baseline="-25000" dirty="0"/>
              <a:t>1</a:t>
            </a:r>
            <a:endParaRPr lang="en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DB6A3B-ED21-E543-74AE-2D0EC0CE0BE8}"/>
              </a:ext>
            </a:extLst>
          </p:cNvPr>
          <p:cNvSpPr txBox="1"/>
          <p:nvPr/>
        </p:nvSpPr>
        <p:spPr>
          <a:xfrm>
            <a:off x="9785627" y="2490544"/>
            <a:ext cx="410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</a:t>
            </a:r>
            <a:r>
              <a:rPr lang="en-DE" baseline="-25000" dirty="0"/>
              <a:t>1</a:t>
            </a:r>
            <a:endParaRPr lang="en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A22130-5433-D9E3-7742-7916882CF46E}"/>
              </a:ext>
            </a:extLst>
          </p:cNvPr>
          <p:cNvSpPr txBox="1"/>
          <p:nvPr/>
        </p:nvSpPr>
        <p:spPr>
          <a:xfrm>
            <a:off x="4373422" y="777459"/>
            <a:ext cx="410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</a:t>
            </a:r>
            <a:r>
              <a:rPr lang="en-DE" baseline="-25000" dirty="0"/>
              <a:t>2</a:t>
            </a:r>
            <a:endParaRPr lang="en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6C52F4-C73B-03A9-C028-4D7D862DE018}"/>
              </a:ext>
            </a:extLst>
          </p:cNvPr>
          <p:cNvSpPr txBox="1"/>
          <p:nvPr/>
        </p:nvSpPr>
        <p:spPr>
          <a:xfrm>
            <a:off x="5267944" y="777459"/>
            <a:ext cx="410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</a:t>
            </a:r>
            <a:r>
              <a:rPr lang="en-DE" baseline="-25000" dirty="0"/>
              <a:t>3</a:t>
            </a:r>
            <a:endParaRPr lang="en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F8B7A2-C918-E5C5-3AA2-9C1869452FB0}"/>
              </a:ext>
            </a:extLst>
          </p:cNvPr>
          <p:cNvSpPr txBox="1"/>
          <p:nvPr/>
        </p:nvSpPr>
        <p:spPr>
          <a:xfrm>
            <a:off x="3876262" y="1298406"/>
            <a:ext cx="410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  <a:endParaRPr lang="en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DCF2A3-7A33-F132-E7F2-5220CA340D0D}"/>
              </a:ext>
            </a:extLst>
          </p:cNvPr>
          <p:cNvSpPr txBox="1"/>
          <p:nvPr/>
        </p:nvSpPr>
        <p:spPr>
          <a:xfrm>
            <a:off x="4774646" y="1298406"/>
            <a:ext cx="410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683425-80EE-4AAC-95F7-FDB3B730C6F4}"/>
              </a:ext>
            </a:extLst>
          </p:cNvPr>
          <p:cNvSpPr txBox="1"/>
          <p:nvPr/>
        </p:nvSpPr>
        <p:spPr>
          <a:xfrm>
            <a:off x="5665023" y="1298406"/>
            <a:ext cx="410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  <a:endParaRPr lang="en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FE465D-5AC7-2D09-0E35-0B9C41AD0CFB}"/>
              </a:ext>
            </a:extLst>
          </p:cNvPr>
          <p:cNvSpPr txBox="1"/>
          <p:nvPr/>
        </p:nvSpPr>
        <p:spPr>
          <a:xfrm>
            <a:off x="3465930" y="2294949"/>
            <a:ext cx="4280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</a:t>
            </a:r>
            <a:r>
              <a:rPr lang="en-GB" sz="1200" baseline="-25000" dirty="0"/>
              <a:t>1</a:t>
            </a:r>
            <a:endParaRPr lang="en-DE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0F9443-6133-30AF-2D36-EBABE699087C}"/>
              </a:ext>
            </a:extLst>
          </p:cNvPr>
          <p:cNvSpPr txBox="1"/>
          <p:nvPr/>
        </p:nvSpPr>
        <p:spPr>
          <a:xfrm>
            <a:off x="5195303" y="2294949"/>
            <a:ext cx="4280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W</a:t>
            </a:r>
            <a:r>
              <a:rPr lang="en-GB" sz="1200" baseline="-25000" dirty="0"/>
              <a:t>12</a:t>
            </a:r>
            <a:endParaRPr lang="en-DE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A35330-4D67-E964-0D08-A9316B61DA39}"/>
              </a:ext>
            </a:extLst>
          </p:cNvPr>
          <p:cNvSpPr txBox="1"/>
          <p:nvPr/>
        </p:nvSpPr>
        <p:spPr>
          <a:xfrm>
            <a:off x="4397721" y="2294949"/>
            <a:ext cx="4280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W</a:t>
            </a:r>
            <a:r>
              <a:rPr lang="en-GB" sz="1200" baseline="-25000" dirty="0"/>
              <a:t>11</a:t>
            </a:r>
            <a:endParaRPr lang="en-DE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F6C2F7-00A5-7F04-7D63-2E39CB523230}"/>
              </a:ext>
            </a:extLst>
          </p:cNvPr>
          <p:cNvSpPr txBox="1"/>
          <p:nvPr/>
        </p:nvSpPr>
        <p:spPr>
          <a:xfrm>
            <a:off x="4012340" y="2294949"/>
            <a:ext cx="4280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</a:t>
            </a:r>
            <a:r>
              <a:rPr lang="en-GB" sz="1200" baseline="-25000" dirty="0"/>
              <a:t>3</a:t>
            </a:r>
            <a:endParaRPr lang="en-DE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CBB9A1-2923-168C-E411-8C2540F502CC}"/>
              </a:ext>
            </a:extLst>
          </p:cNvPr>
          <p:cNvSpPr txBox="1"/>
          <p:nvPr/>
        </p:nvSpPr>
        <p:spPr>
          <a:xfrm>
            <a:off x="3894003" y="2121609"/>
            <a:ext cx="4280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</a:t>
            </a:r>
            <a:r>
              <a:rPr lang="en-GB" sz="1200" baseline="-25000" dirty="0"/>
              <a:t>2</a:t>
            </a:r>
            <a:endParaRPr lang="en-DE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4CD131-4397-401E-4547-0C727B30F231}"/>
              </a:ext>
            </a:extLst>
          </p:cNvPr>
          <p:cNvSpPr txBox="1"/>
          <p:nvPr/>
        </p:nvSpPr>
        <p:spPr>
          <a:xfrm>
            <a:off x="4595885" y="2132825"/>
            <a:ext cx="4280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W</a:t>
            </a:r>
            <a:r>
              <a:rPr lang="en-GB" sz="1200" baseline="-25000" dirty="0"/>
              <a:t>21</a:t>
            </a:r>
            <a:endParaRPr lang="en-DE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EF569D-4104-D3DC-D129-98B121CD519C}"/>
              </a:ext>
            </a:extLst>
          </p:cNvPr>
          <p:cNvSpPr txBox="1"/>
          <p:nvPr/>
        </p:nvSpPr>
        <p:spPr>
          <a:xfrm>
            <a:off x="4836425" y="2300151"/>
            <a:ext cx="4280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W</a:t>
            </a:r>
            <a:r>
              <a:rPr lang="en-GB" sz="1200" baseline="-25000" dirty="0"/>
              <a:t>31</a:t>
            </a:r>
            <a:endParaRPr lang="en-DE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AAE7FA-1A73-2B36-9533-319DF8CCA56B}"/>
              </a:ext>
            </a:extLst>
          </p:cNvPr>
          <p:cNvSpPr txBox="1"/>
          <p:nvPr/>
        </p:nvSpPr>
        <p:spPr>
          <a:xfrm>
            <a:off x="5656395" y="2260108"/>
            <a:ext cx="4280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W</a:t>
            </a:r>
            <a:r>
              <a:rPr lang="en-GB" sz="1200" baseline="-25000" dirty="0"/>
              <a:t>32</a:t>
            </a:r>
            <a:endParaRPr lang="en-DE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121C9F-109A-6B8B-2038-150FB4ECC989}"/>
              </a:ext>
            </a:extLst>
          </p:cNvPr>
          <p:cNvSpPr txBox="1"/>
          <p:nvPr/>
        </p:nvSpPr>
        <p:spPr>
          <a:xfrm>
            <a:off x="5340143" y="2096283"/>
            <a:ext cx="4280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W</a:t>
            </a:r>
            <a:r>
              <a:rPr lang="en-GB" sz="1200" baseline="-25000" dirty="0"/>
              <a:t>22</a:t>
            </a:r>
            <a:endParaRPr lang="en-DE" sz="1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CF0F584-947E-DCA9-2AA9-0B93F276E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3881" y="6080541"/>
            <a:ext cx="5753100" cy="33147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B867435-F2B8-A122-86CA-2D6420861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9450" y="1771650"/>
            <a:ext cx="5753100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971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C6126BF-8A66-5057-995A-C97E05CF56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394"/>
          <a:stretch/>
        </p:blipFill>
        <p:spPr>
          <a:xfrm>
            <a:off x="2209800" y="2114550"/>
            <a:ext cx="7772400" cy="3393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074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27321</TotalTime>
  <Words>22</Words>
  <Application>Microsoft Macintosh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Eisenreich Sandra</dc:creator>
  <cp:lastModifiedBy>Eisenreich Sandra</cp:lastModifiedBy>
  <cp:revision>3</cp:revision>
  <dcterms:created xsi:type="dcterms:W3CDTF">2023-02-21T11:22:14Z</dcterms:created>
  <dcterms:modified xsi:type="dcterms:W3CDTF">2023-03-14T18:16:28Z</dcterms:modified>
</cp:coreProperties>
</file>