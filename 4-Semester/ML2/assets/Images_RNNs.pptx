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55"/>
    <p:restoredTop sz="94672"/>
  </p:normalViewPr>
  <p:slideViewPr>
    <p:cSldViewPr snapToGrid="0">
      <p:cViewPr varScale="1">
        <p:scale>
          <a:sx n="90" d="100"/>
          <a:sy n="90" d="100"/>
        </p:scale>
        <p:origin x="232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1BB8A-2583-56E6-860B-8FDEA8FB7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1D431-D247-BF6F-ECFA-DF1425077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B7C80-1CE2-4454-BD29-C2ED75E7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E30E1-1C36-400D-0544-74D8E84E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610F4-3F30-474D-DD10-0AA5CEE2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0613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4651-4D75-E11F-2DB2-7E621E4C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7DF3D-7697-BECA-5B3D-6019FE245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30603-5C15-EFEE-FAE1-34B04294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61B77-3F5F-E153-6B9D-6DAD06CBB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ADF50-9064-4DD2-7945-F963A385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77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C70C-B725-2898-68FA-55322713B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84A93-4C09-B01F-FCBC-04631F84C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06914-2D56-D610-06C0-9FCB24B7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7C5A-5932-DA44-427E-310D5B78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1CF9E-5C51-40D5-497C-C867CE3AD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0579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D3402-9DBC-C333-C0AF-40AC51A1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FE630-AD0A-729D-0815-AEF63BAFA7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A9E17-2AC5-9DEF-EA7B-35942E5A0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8951A-A144-58FC-2765-B633A43A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B5EF7-A8D6-50A5-7714-ED0865B8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0EA55-5952-8CED-E449-37B039973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5853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C167C-C027-E319-3A97-9C52011A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53A1D2-E503-00E3-56DF-9EB5CF4DF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84E22-F422-4908-8478-23AA1A60E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33CAF-10EB-DFC5-D236-46E420582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8C3FB-5BD5-7948-4CF0-2E38E922E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FF39B-D22B-5A5D-6566-8106CA54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51796E-974B-9090-41C3-C2D7BFBD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0D9C4-393B-1AC5-6000-25905515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425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A856-368F-0AB0-C8C2-8CE7B26F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1837-1AA2-E72B-AF93-A8409C0B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1A2B3-BF38-603D-A180-C199AAB1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0A7FB-89AC-22DC-AF4D-8E5AD6C1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869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11CFE-CBE5-608D-F884-B1BD9A618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578BA-E16E-EF88-AA83-CD22EFDC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EFF7-47D6-4F91-F390-E5651BA1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0197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E753-6165-979F-41DA-D6E0E941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D8C70-5B14-92BB-34AB-62FB5233C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FF6B5-960D-EBE2-4191-3EA619B96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23F0A-EC98-4370-30F7-3848EB24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EE675-99D7-C931-58A4-D6194D52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E53C5-B6C7-1A3D-C196-3D9501D8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833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8B22-2E7A-A27B-D008-230311F67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E6D2F-DC3F-EC7D-9F2B-AA92CD1C41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8E600-C982-B128-9C95-0C4F6E157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6EE77F-DFA8-E865-66C5-CDE59182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CDBE0-2A62-7E04-C15A-73870645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03869-496A-9570-49A7-1418F951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710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2E61-A2EC-C60D-3645-5903FE5C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D0A37-486D-7729-6422-E7AF1876C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81A10-233F-36DB-58CB-C98D0662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6D328-5E1F-DBF5-BF82-407D9137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07DFC-6E61-EEEB-DD3F-36B14124E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712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A1F02-D3DB-CED1-77B8-7FB248E066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DF32-0F48-3745-A054-A329C7B44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623C5-C0C4-9D29-0363-9C21DCC96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701E-3233-59FA-47AE-9A6D12A24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258A7-A636-EAB0-7C5D-EB11D991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603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A5816-F1DA-F427-A9EA-F66DC7D86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4FF50-E7BD-0182-C0BC-0F1F9CDF7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C6BC5-3E5F-22C8-206F-5FAEA246C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D2B84-AC55-B549-AB75-34B74CAF2EB9}" type="datetimeFigureOut">
              <a:rPr lang="en-DE" smtClean="0"/>
              <a:t>04.03.23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C5964-364C-80E8-7F8F-9E7D85EB2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3EDA8-9F37-DAD8-4E25-A5AD1D1CB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B6231-94BA-CA41-8906-D7C0946A8A9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859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496763B-006D-A12B-70EC-9B0F13492E0B}"/>
              </a:ext>
            </a:extLst>
          </p:cNvPr>
          <p:cNvSpPr/>
          <p:nvPr/>
        </p:nvSpPr>
        <p:spPr>
          <a:xfrm>
            <a:off x="1709530" y="147543"/>
            <a:ext cx="4969565" cy="4252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45D316-8BD0-6032-094A-79A4A6B1A29A}"/>
              </a:ext>
            </a:extLst>
          </p:cNvPr>
          <p:cNvSpPr/>
          <p:nvPr/>
        </p:nvSpPr>
        <p:spPr>
          <a:xfrm>
            <a:off x="2090606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ysClr val="windowText" lastClr="000000"/>
                </a:solidFill>
              </a:rPr>
              <a:t>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F4709-4098-E127-3932-179F92F28E48}"/>
              </a:ext>
            </a:extLst>
          </p:cNvPr>
          <p:cNvSpPr txBox="1"/>
          <p:nvPr/>
        </p:nvSpPr>
        <p:spPr>
          <a:xfrm>
            <a:off x="254950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1897A-B7A1-8F7B-6C21-2C7B334A312F}"/>
              </a:ext>
            </a:extLst>
          </p:cNvPr>
          <p:cNvSpPr txBox="1"/>
          <p:nvPr/>
        </p:nvSpPr>
        <p:spPr>
          <a:xfrm>
            <a:off x="254950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7A248D-F460-829D-07F1-500491534EA0}"/>
              </a:ext>
            </a:extLst>
          </p:cNvPr>
          <p:cNvSpPr txBox="1"/>
          <p:nvPr/>
        </p:nvSpPr>
        <p:spPr>
          <a:xfrm>
            <a:off x="215216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DED0FD-533C-25E5-65A0-DD38C01E1E74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2802833" y="3348423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0B051A-38CD-F2E5-2CF5-003F760BCEDC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2802833" y="1269222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ECFF2-2369-F88D-A74F-189345914298}"/>
              </a:ext>
            </a:extLst>
          </p:cNvPr>
          <p:cNvSpPr/>
          <p:nvPr/>
        </p:nvSpPr>
        <p:spPr>
          <a:xfrm>
            <a:off x="4671546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ysClr val="windowText" lastClr="000000"/>
                </a:solidFill>
              </a:rPr>
              <a:t>NN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E46336-DB34-04FD-E4B2-4B989EB0D10F}"/>
              </a:ext>
            </a:extLst>
          </p:cNvPr>
          <p:cNvSpPr txBox="1"/>
          <p:nvPr/>
        </p:nvSpPr>
        <p:spPr>
          <a:xfrm>
            <a:off x="513044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7BE5E4-1166-D32F-C262-68521FA3E718}"/>
              </a:ext>
            </a:extLst>
          </p:cNvPr>
          <p:cNvSpPr txBox="1"/>
          <p:nvPr/>
        </p:nvSpPr>
        <p:spPr>
          <a:xfrm>
            <a:off x="513044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8B2505-9C90-4A0D-2D5B-E0EFC956F240}"/>
              </a:ext>
            </a:extLst>
          </p:cNvPr>
          <p:cNvSpPr txBox="1"/>
          <p:nvPr/>
        </p:nvSpPr>
        <p:spPr>
          <a:xfrm>
            <a:off x="473310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931D7D-097A-BED8-6513-38516EA335E4}"/>
              </a:ext>
            </a:extLst>
          </p:cNvPr>
          <p:cNvCxnSpPr>
            <a:cxnSpLocks/>
            <a:stCxn id="21" idx="0"/>
            <a:endCxn id="20" idx="2"/>
          </p:cNvCxnSpPr>
          <p:nvPr/>
        </p:nvCxnSpPr>
        <p:spPr>
          <a:xfrm flipH="1" flipV="1">
            <a:off x="5383773" y="3348423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EF4A4A-624C-2DAA-5D2D-A66851852433}"/>
              </a:ext>
            </a:extLst>
          </p:cNvPr>
          <p:cNvCxnSpPr>
            <a:cxnSpLocks/>
            <a:stCxn id="20" idx="0"/>
            <a:endCxn id="22" idx="2"/>
          </p:cNvCxnSpPr>
          <p:nvPr/>
        </p:nvCxnSpPr>
        <p:spPr>
          <a:xfrm flipV="1">
            <a:off x="5383773" y="1269222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82FBBC-27B6-7FDD-3D1C-DED6E4371180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>
            <a:off x="3515060" y="2532952"/>
            <a:ext cx="11564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0240B8A-FEF4-CD96-19E2-DBD454A2BDA3}"/>
              </a:ext>
            </a:extLst>
          </p:cNvPr>
          <p:cNvSpPr txBox="1"/>
          <p:nvPr/>
        </p:nvSpPr>
        <p:spPr>
          <a:xfrm>
            <a:off x="3476542" y="2209786"/>
            <a:ext cx="1424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memory</a:t>
            </a:r>
            <a:endParaRPr lang="en-DE" dirty="0"/>
          </a:p>
          <a:p>
            <a:endParaRPr lang="en-DE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5BE6C75-5C6D-9C91-931D-0EB21EB4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187" y="326919"/>
            <a:ext cx="4051300" cy="40640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DA36C3BA-84A8-4656-8F46-70777861E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048" y="593035"/>
            <a:ext cx="49784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07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F07CE85-C829-79C3-15F5-776161D6B392}"/>
              </a:ext>
            </a:extLst>
          </p:cNvPr>
          <p:cNvSpPr/>
          <p:nvPr/>
        </p:nvSpPr>
        <p:spPr>
          <a:xfrm>
            <a:off x="636104" y="253560"/>
            <a:ext cx="3419062" cy="4159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AAA36-4107-F3FE-BF5F-F637EC53550D}"/>
              </a:ext>
            </a:extLst>
          </p:cNvPr>
          <p:cNvSpPr/>
          <p:nvPr/>
        </p:nvSpPr>
        <p:spPr>
          <a:xfrm>
            <a:off x="2090606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DE" sz="4000" dirty="0">
                <a:solidFill>
                  <a:sysClr val="windowText" lastClr="000000"/>
                </a:solidFill>
              </a:rPr>
              <a:t>NN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68214-37F1-E0BC-34D7-D9C3531210F3}"/>
              </a:ext>
            </a:extLst>
          </p:cNvPr>
          <p:cNvSpPr txBox="1"/>
          <p:nvPr/>
        </p:nvSpPr>
        <p:spPr>
          <a:xfrm>
            <a:off x="254950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12061-A950-F4A5-6CF1-0870DED21187}"/>
              </a:ext>
            </a:extLst>
          </p:cNvPr>
          <p:cNvSpPr txBox="1"/>
          <p:nvPr/>
        </p:nvSpPr>
        <p:spPr>
          <a:xfrm>
            <a:off x="254950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673F9-16A0-6979-E85A-4F0051E768EB}"/>
              </a:ext>
            </a:extLst>
          </p:cNvPr>
          <p:cNvSpPr txBox="1"/>
          <p:nvPr/>
        </p:nvSpPr>
        <p:spPr>
          <a:xfrm>
            <a:off x="215216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DB012-6EED-ED8E-F6A7-836BB6A82C75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2802833" y="3348423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69737D-A7E6-510D-CF22-D1E2078B3DE4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2802833" y="1269222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252C05A0-DC40-24D8-62E6-9BB2D386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400" y="1397000"/>
            <a:ext cx="1473200" cy="4064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D4C3567-CE43-D1D1-0EA8-CE1F1C7AE339}"/>
              </a:ext>
            </a:extLst>
          </p:cNvPr>
          <p:cNvSpPr txBox="1"/>
          <p:nvPr/>
        </p:nvSpPr>
        <p:spPr>
          <a:xfrm>
            <a:off x="516835" y="2348286"/>
            <a:ext cx="1054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dirty="0"/>
              <a:t>memory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B5093A3-DE32-ACA1-AC2C-DCC7FB6FCD74}"/>
              </a:ext>
            </a:extLst>
          </p:cNvPr>
          <p:cNvCxnSpPr>
            <a:cxnSpLocks/>
            <a:stCxn id="11" idx="3"/>
            <a:endCxn id="4" idx="1"/>
          </p:cNvCxnSpPr>
          <p:nvPr/>
        </p:nvCxnSpPr>
        <p:spPr>
          <a:xfrm>
            <a:off x="1571483" y="2532952"/>
            <a:ext cx="5191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E0DCD74-9A89-2CF2-0329-0A4288C56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1397000"/>
            <a:ext cx="3035300" cy="4064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32A0E5-C6EB-B603-6F39-64A7D90A6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320800"/>
            <a:ext cx="35560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4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10ADE89-4538-B86C-8DE9-F8B4EE74AEAB}"/>
              </a:ext>
            </a:extLst>
          </p:cNvPr>
          <p:cNvSpPr/>
          <p:nvPr/>
        </p:nvSpPr>
        <p:spPr>
          <a:xfrm>
            <a:off x="1681337" y="19467"/>
            <a:ext cx="6350155" cy="5201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F1A80-448D-A8D7-6135-C8C720B7C977}"/>
              </a:ext>
            </a:extLst>
          </p:cNvPr>
          <p:cNvSpPr txBox="1"/>
          <p:nvPr/>
        </p:nvSpPr>
        <p:spPr>
          <a:xfrm>
            <a:off x="254950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F3807D-FC7D-C884-202D-9828D23D2D58}"/>
              </a:ext>
            </a:extLst>
          </p:cNvPr>
          <p:cNvSpPr txBox="1"/>
          <p:nvPr/>
        </p:nvSpPr>
        <p:spPr>
          <a:xfrm>
            <a:off x="254950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19CB1-4807-002B-4246-98A99BCEA083}"/>
              </a:ext>
            </a:extLst>
          </p:cNvPr>
          <p:cNvSpPr txBox="1"/>
          <p:nvPr/>
        </p:nvSpPr>
        <p:spPr>
          <a:xfrm>
            <a:off x="215216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7D2589-61A7-164A-A23E-CF0100AF56C1}"/>
              </a:ext>
            </a:extLst>
          </p:cNvPr>
          <p:cNvCxnSpPr>
            <a:cxnSpLocks/>
            <a:stCxn id="5" idx="0"/>
            <a:endCxn id="19" idx="4"/>
          </p:cNvCxnSpPr>
          <p:nvPr/>
        </p:nvCxnSpPr>
        <p:spPr>
          <a:xfrm flipV="1">
            <a:off x="2802834" y="3216953"/>
            <a:ext cx="0" cy="579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D98157-DCC4-FFE6-2C19-C82310C1348F}"/>
              </a:ext>
            </a:extLst>
          </p:cNvPr>
          <p:cNvCxnSpPr>
            <a:cxnSpLocks/>
            <a:stCxn id="19" idx="0"/>
            <a:endCxn id="6" idx="2"/>
          </p:cNvCxnSpPr>
          <p:nvPr/>
        </p:nvCxnSpPr>
        <p:spPr>
          <a:xfrm flipV="1">
            <a:off x="2802834" y="1269222"/>
            <a:ext cx="0" cy="5797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73B90D0-B3C1-217E-25E3-F7489468079B}"/>
              </a:ext>
            </a:extLst>
          </p:cNvPr>
          <p:cNvSpPr txBox="1"/>
          <p:nvPr/>
        </p:nvSpPr>
        <p:spPr>
          <a:xfrm>
            <a:off x="473310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236A11-AE4E-A6F3-82B8-CBC4086C783C}"/>
              </a:ext>
            </a:extLst>
          </p:cNvPr>
          <p:cNvCxnSpPr>
            <a:cxnSpLocks/>
          </p:cNvCxnSpPr>
          <p:nvPr/>
        </p:nvCxnSpPr>
        <p:spPr>
          <a:xfrm>
            <a:off x="3515060" y="2532952"/>
            <a:ext cx="11564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39425AFF-BCE7-EF82-F243-91AC9B353F2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056165" y="1084556"/>
            <a:ext cx="2074277" cy="2896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CCA6BF-6060-C27A-062B-600DF53011E4}"/>
                  </a:ext>
                </a:extLst>
              </p:cNvPr>
              <p:cNvSpPr txBox="1"/>
              <p:nvPr/>
            </p:nvSpPr>
            <p:spPr>
              <a:xfrm>
                <a:off x="3740164" y="2209786"/>
                <a:ext cx="452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DE" dirty="0"/>
                  <a:t>w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CCA6BF-6060-C27A-062B-600DF5301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64" y="2209786"/>
                <a:ext cx="452948" cy="369332"/>
              </a:xfrm>
              <a:prstGeom prst="rect">
                <a:avLst/>
              </a:prstGeom>
              <a:blipFill>
                <a:blip r:embed="rId2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D0F161DD-CC62-BCC4-BD28-9C19240D0266}"/>
              </a:ext>
            </a:extLst>
          </p:cNvPr>
          <p:cNvSpPr/>
          <p:nvPr/>
        </p:nvSpPr>
        <p:spPr>
          <a:xfrm>
            <a:off x="2118834" y="1848953"/>
            <a:ext cx="1368000" cy="1368000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  <a:r>
              <a:rPr lang="en-DE" dirty="0"/>
              <a:t>(ux</a:t>
            </a:r>
            <a:r>
              <a:rPr lang="en-DE" baseline="-25000" dirty="0"/>
              <a:t>t-1</a:t>
            </a:r>
            <a:r>
              <a:rPr lang="en-DE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2A5BDA-CD59-7E86-C8B4-7A80E6811C66}"/>
              </a:ext>
            </a:extLst>
          </p:cNvPr>
          <p:cNvSpPr txBox="1"/>
          <p:nvPr/>
        </p:nvSpPr>
        <p:spPr>
          <a:xfrm>
            <a:off x="5130440" y="3796682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0D80E9-A268-6445-94FD-73018D7C0B04}"/>
              </a:ext>
            </a:extLst>
          </p:cNvPr>
          <p:cNvSpPr txBox="1"/>
          <p:nvPr/>
        </p:nvSpPr>
        <p:spPr>
          <a:xfrm>
            <a:off x="5091266" y="912756"/>
            <a:ext cx="584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t+1</a:t>
            </a:r>
            <a:endParaRPr lang="en-DE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88F96E1-95CD-56E8-345A-448FDC17E320}"/>
              </a:ext>
            </a:extLst>
          </p:cNvPr>
          <p:cNvCxnSpPr>
            <a:cxnSpLocks/>
            <a:stCxn id="23" idx="0"/>
            <a:endCxn id="27" idx="4"/>
          </p:cNvCxnSpPr>
          <p:nvPr/>
        </p:nvCxnSpPr>
        <p:spPr>
          <a:xfrm flipV="1">
            <a:off x="5383772" y="3216952"/>
            <a:ext cx="0" cy="57973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239286-2EE6-37FC-EBCD-564B3DAC86B5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flipH="1" flipV="1">
            <a:off x="5383567" y="1282088"/>
            <a:ext cx="205" cy="5668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CC509DB-21C0-4AA5-E77A-F84C02469903}"/>
              </a:ext>
            </a:extLst>
          </p:cNvPr>
          <p:cNvSpPr/>
          <p:nvPr/>
        </p:nvSpPr>
        <p:spPr>
          <a:xfrm>
            <a:off x="4699772" y="1848952"/>
            <a:ext cx="1368000" cy="1368000"/>
          </a:xfrm>
          <a:prstGeom prst="ellips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a(</a:t>
            </a:r>
            <a:r>
              <a:rPr lang="en-GB" sz="1600" dirty="0" err="1"/>
              <a:t>ux</a:t>
            </a:r>
            <a:r>
              <a:rPr lang="en-GB" sz="1600" baseline="-25000" dirty="0" err="1"/>
              <a:t>t</a:t>
            </a:r>
            <a:r>
              <a:rPr lang="en-GB" sz="1600" baseline="-25000" dirty="0"/>
              <a:t> </a:t>
            </a:r>
            <a:r>
              <a:rPr lang="en-GB" sz="1600" dirty="0"/>
              <a:t>+ </a:t>
            </a:r>
            <a:r>
              <a:rPr lang="en-GB" sz="1600" dirty="0" err="1"/>
              <a:t>wa</a:t>
            </a:r>
            <a:r>
              <a:rPr lang="en-GB" sz="1600" dirty="0"/>
              <a:t>(ux</a:t>
            </a:r>
            <a:r>
              <a:rPr lang="en-GB" sz="1600" baseline="-25000" dirty="0"/>
              <a:t>t-1</a:t>
            </a:r>
            <a:r>
              <a:rPr lang="en-GB" sz="1600" dirty="0"/>
              <a:t>))</a:t>
            </a:r>
            <a:endParaRPr lang="en-DE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2068E9-E7B7-6AC3-D6CE-389C1DDAE2A6}"/>
                  </a:ext>
                </a:extLst>
              </p:cNvPr>
              <p:cNvSpPr txBox="1"/>
              <p:nvPr/>
            </p:nvSpPr>
            <p:spPr>
              <a:xfrm>
                <a:off x="2303671" y="3351955"/>
                <a:ext cx="452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12068E9-E7B7-6AC3-D6CE-389C1DDAE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671" y="3351955"/>
                <a:ext cx="45294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12C3C-25EC-7091-2D2E-40133DCEDC5F}"/>
                  </a:ext>
                </a:extLst>
              </p:cNvPr>
              <p:cNvSpPr txBox="1"/>
              <p:nvPr/>
            </p:nvSpPr>
            <p:spPr>
              <a:xfrm>
                <a:off x="4831016" y="3351955"/>
                <a:ext cx="452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4B12C3C-25EC-7091-2D2E-40133DCED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016" y="3351955"/>
                <a:ext cx="4529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16A405-FD06-F431-55EA-B87625C83E9E}"/>
                  </a:ext>
                </a:extLst>
              </p:cNvPr>
              <p:cNvSpPr txBox="1"/>
              <p:nvPr/>
            </p:nvSpPr>
            <p:spPr>
              <a:xfrm>
                <a:off x="2306475" y="1379366"/>
                <a:ext cx="452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16A405-FD06-F431-55EA-B87625C83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475" y="1379366"/>
                <a:ext cx="4529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809A9E3-F482-40B4-62B2-973CCCB5BA43}"/>
                  </a:ext>
                </a:extLst>
              </p:cNvPr>
              <p:cNvSpPr txBox="1"/>
              <p:nvPr/>
            </p:nvSpPr>
            <p:spPr>
              <a:xfrm>
                <a:off x="4831016" y="1269220"/>
                <a:ext cx="452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809A9E3-F482-40B4-62B2-973CCCB5B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016" y="1269220"/>
                <a:ext cx="4529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367653B-16F2-D746-FE64-8B5233DC625D}"/>
              </a:ext>
            </a:extLst>
          </p:cNvPr>
          <p:cNvSpPr txBox="1"/>
          <p:nvPr/>
        </p:nvSpPr>
        <p:spPr>
          <a:xfrm>
            <a:off x="2488920" y="4376413"/>
            <a:ext cx="2502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Model parameters: u,v,w</a:t>
            </a:r>
          </a:p>
          <a:p>
            <a:r>
              <a:rPr lang="en-GB" dirty="0"/>
              <a:t>A</a:t>
            </a:r>
            <a:r>
              <a:rPr lang="en-DE" dirty="0"/>
              <a:t>ctivation function: 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C853C91-45AB-36B6-C52C-3D9570CAFE8D}"/>
              </a:ext>
            </a:extLst>
          </p:cNvPr>
          <p:cNvCxnSpPr>
            <a:cxnSpLocks/>
            <a:stCxn id="27" idx="6"/>
          </p:cNvCxnSpPr>
          <p:nvPr/>
        </p:nvCxnSpPr>
        <p:spPr>
          <a:xfrm>
            <a:off x="6067772" y="2532952"/>
            <a:ext cx="11847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6815EF-CAE2-C022-E0B4-8FEE4651F810}"/>
                  </a:ext>
                </a:extLst>
              </p:cNvPr>
              <p:cNvSpPr txBox="1"/>
              <p:nvPr/>
            </p:nvSpPr>
            <p:spPr>
              <a:xfrm>
                <a:off x="6315153" y="2209786"/>
                <a:ext cx="452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DE" dirty="0"/>
                  <a:t>w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6815EF-CAE2-C022-E0B4-8FEE4651F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153" y="2209786"/>
                <a:ext cx="452948" cy="369332"/>
              </a:xfrm>
              <a:prstGeom prst="rect">
                <a:avLst/>
              </a:prstGeom>
              <a:blipFill>
                <a:blip r:embed="rId7"/>
                <a:stretch>
                  <a:fillRect t="-6452" r="-2778" b="-2258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BBFC8838-5E0E-6FE7-F583-B2CF41F2485E}"/>
              </a:ext>
            </a:extLst>
          </p:cNvPr>
          <p:cNvSpPr txBox="1"/>
          <p:nvPr/>
        </p:nvSpPr>
        <p:spPr>
          <a:xfrm>
            <a:off x="7280710" y="2348286"/>
            <a:ext cx="909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tc.</a:t>
            </a:r>
          </a:p>
        </p:txBody>
      </p: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E495132E-DEDC-FFBB-9483-E7768B9C4726}"/>
              </a:ext>
            </a:extLst>
          </p:cNvPr>
          <p:cNvCxnSpPr>
            <a:cxnSpLocks/>
          </p:cNvCxnSpPr>
          <p:nvPr/>
        </p:nvCxnSpPr>
        <p:spPr>
          <a:xfrm>
            <a:off x="5928992" y="1084555"/>
            <a:ext cx="2074277" cy="2896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FA1D6388-4E96-0512-708D-DC613E9A1D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7406" y="2528005"/>
            <a:ext cx="6096000" cy="39878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E0A8728-AA6B-238F-DF8D-5F3CC9EE6A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7800" y="912756"/>
            <a:ext cx="6096000" cy="49149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23D1D67-9365-DF70-D79B-E6DE960D2A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8450" y="825500"/>
            <a:ext cx="6515100" cy="520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339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13885C5B-16CD-A498-CA75-7350F3D9023C}"/>
              </a:ext>
            </a:extLst>
          </p:cNvPr>
          <p:cNvSpPr/>
          <p:nvPr/>
        </p:nvSpPr>
        <p:spPr>
          <a:xfrm>
            <a:off x="1681337" y="19467"/>
            <a:ext cx="4931498" cy="456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DC9DE4-CD1F-D100-2CD4-AF0BF3F98401}"/>
              </a:ext>
            </a:extLst>
          </p:cNvPr>
          <p:cNvSpPr/>
          <p:nvPr/>
        </p:nvSpPr>
        <p:spPr>
          <a:xfrm>
            <a:off x="2090606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A21D5-77B3-1560-45BF-3406ED7C858F}"/>
              </a:ext>
            </a:extLst>
          </p:cNvPr>
          <p:cNvSpPr txBox="1"/>
          <p:nvPr/>
        </p:nvSpPr>
        <p:spPr>
          <a:xfrm>
            <a:off x="254950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0B2FD-A416-7857-3931-C2BCE7B98009}"/>
              </a:ext>
            </a:extLst>
          </p:cNvPr>
          <p:cNvSpPr txBox="1"/>
          <p:nvPr/>
        </p:nvSpPr>
        <p:spPr>
          <a:xfrm>
            <a:off x="254950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6CF148-692C-5A71-1936-F333695DFB58}"/>
              </a:ext>
            </a:extLst>
          </p:cNvPr>
          <p:cNvSpPr txBox="1"/>
          <p:nvPr/>
        </p:nvSpPr>
        <p:spPr>
          <a:xfrm>
            <a:off x="215216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43A48D-0F1E-39CC-24B3-2F2E530516F6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H="1" flipV="1">
            <a:off x="2802833" y="3348423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2686F85-D954-AB8F-58E8-5BA6F8CEB749}"/>
              </a:ext>
            </a:extLst>
          </p:cNvPr>
          <p:cNvCxnSpPr>
            <a:cxnSpLocks/>
            <a:stCxn id="19" idx="0"/>
            <a:endCxn id="21" idx="2"/>
          </p:cNvCxnSpPr>
          <p:nvPr/>
        </p:nvCxnSpPr>
        <p:spPr>
          <a:xfrm flipV="1">
            <a:off x="2802833" y="1269222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022BBE3-5437-61CC-A910-307BFD745DC4}"/>
              </a:ext>
            </a:extLst>
          </p:cNvPr>
          <p:cNvSpPr/>
          <p:nvPr/>
        </p:nvSpPr>
        <p:spPr>
          <a:xfrm>
            <a:off x="4671546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7FBAB6-EDCE-1EA5-4727-2364ACBB00F1}"/>
              </a:ext>
            </a:extLst>
          </p:cNvPr>
          <p:cNvSpPr txBox="1"/>
          <p:nvPr/>
        </p:nvSpPr>
        <p:spPr>
          <a:xfrm>
            <a:off x="513044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99786F-DBDE-06B9-A54F-5BE54105A0B2}"/>
              </a:ext>
            </a:extLst>
          </p:cNvPr>
          <p:cNvSpPr txBox="1"/>
          <p:nvPr/>
        </p:nvSpPr>
        <p:spPr>
          <a:xfrm>
            <a:off x="513044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C0B9C3-3B79-A973-2619-84D404C28EF8}"/>
              </a:ext>
            </a:extLst>
          </p:cNvPr>
          <p:cNvSpPr txBox="1"/>
          <p:nvPr/>
        </p:nvSpPr>
        <p:spPr>
          <a:xfrm>
            <a:off x="473310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8801103-8B78-EFD3-B919-F50EA10EE3AF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H="1" flipV="1">
            <a:off x="5383773" y="3348423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FE29A0-CAFC-61BB-A638-31351FA65B9E}"/>
              </a:ext>
            </a:extLst>
          </p:cNvPr>
          <p:cNvCxnSpPr>
            <a:cxnSpLocks/>
            <a:stCxn id="25" idx="0"/>
            <a:endCxn id="27" idx="2"/>
          </p:cNvCxnSpPr>
          <p:nvPr/>
        </p:nvCxnSpPr>
        <p:spPr>
          <a:xfrm flipV="1">
            <a:off x="5383773" y="1269222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B4D454E4-D0F2-42DC-5040-9806F4CD8DCE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>
            <a:off x="3056165" y="1084556"/>
            <a:ext cx="2074277" cy="2896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FFA55C1-C779-7DF3-3955-B2CD1BEB017D}"/>
              </a:ext>
            </a:extLst>
          </p:cNvPr>
          <p:cNvGrpSpPr/>
          <p:nvPr/>
        </p:nvGrpSpPr>
        <p:grpSpPr>
          <a:xfrm>
            <a:off x="2207922" y="1864928"/>
            <a:ext cx="1191575" cy="180000"/>
            <a:chOff x="2207922" y="1864928"/>
            <a:chExt cx="1191575" cy="180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5876098-A44B-9A07-4C0D-2AD36FBB0449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87DAE49-E6E3-B44F-2C90-246563020CFF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70F0623-91FF-066F-545B-F93B26F8D7EF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60FA30E-E264-F497-BF44-21BA91A03B5C}"/>
              </a:ext>
            </a:extLst>
          </p:cNvPr>
          <p:cNvGrpSpPr/>
          <p:nvPr/>
        </p:nvGrpSpPr>
        <p:grpSpPr>
          <a:xfrm>
            <a:off x="4793992" y="1866040"/>
            <a:ext cx="1191575" cy="180000"/>
            <a:chOff x="2207922" y="1864928"/>
            <a:chExt cx="1191575" cy="180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EABDDC4-1A51-AF8B-A890-FE01ECB855C4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127FB0B-4224-7981-962C-1FEFC4742BB2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B942304-D6C1-DA6E-62A9-84DED1C277B9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99C7AAA-CDDC-D96C-4891-A470934C475D}"/>
              </a:ext>
            </a:extLst>
          </p:cNvPr>
          <p:cNvCxnSpPr>
            <a:cxnSpLocks/>
            <a:stCxn id="34" idx="6"/>
            <a:endCxn id="56" idx="2"/>
          </p:cNvCxnSpPr>
          <p:nvPr/>
        </p:nvCxnSpPr>
        <p:spPr>
          <a:xfrm>
            <a:off x="2387922" y="1954928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292BFD0-345A-5D57-3078-8983AD838A9B}"/>
              </a:ext>
            </a:extLst>
          </p:cNvPr>
          <p:cNvCxnSpPr>
            <a:cxnSpLocks/>
            <a:stCxn id="36" idx="0"/>
            <a:endCxn id="58" idx="0"/>
          </p:cNvCxnSpPr>
          <p:nvPr/>
        </p:nvCxnSpPr>
        <p:spPr>
          <a:xfrm>
            <a:off x="3309497" y="1864928"/>
            <a:ext cx="258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2F748EB-A54F-F311-7F9E-D3FD0BCE8BAC}"/>
              </a:ext>
            </a:extLst>
          </p:cNvPr>
          <p:cNvCxnSpPr>
            <a:cxnSpLocks/>
            <a:stCxn id="35" idx="7"/>
            <a:endCxn id="57" idx="1"/>
          </p:cNvCxnSpPr>
          <p:nvPr/>
        </p:nvCxnSpPr>
        <p:spPr>
          <a:xfrm>
            <a:off x="2867350" y="1891288"/>
            <a:ext cx="245879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F39A944-578E-29BE-3194-3ADBD23EA252}"/>
              </a:ext>
            </a:extLst>
          </p:cNvPr>
          <p:cNvGrpSpPr/>
          <p:nvPr/>
        </p:nvGrpSpPr>
        <p:grpSpPr>
          <a:xfrm>
            <a:off x="2208204" y="3028670"/>
            <a:ext cx="1191575" cy="180000"/>
            <a:chOff x="2207922" y="1864928"/>
            <a:chExt cx="1191575" cy="180000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4FAACBE-74E8-D1D4-95FB-F9AF033629DF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6452A29F-301A-1373-18D5-813C303786F4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2075E38-42DE-A51D-0DF9-5D2D0C1A5EDE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C3824D7-BC5C-DCB4-C5D9-36ECBAE0407A}"/>
              </a:ext>
            </a:extLst>
          </p:cNvPr>
          <p:cNvGrpSpPr/>
          <p:nvPr/>
        </p:nvGrpSpPr>
        <p:grpSpPr>
          <a:xfrm>
            <a:off x="4794274" y="3029782"/>
            <a:ext cx="1191575" cy="180000"/>
            <a:chOff x="2207922" y="1864928"/>
            <a:chExt cx="1191575" cy="180000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E003985-698A-EA76-9D50-99916B59AA81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CBD8722-F0F6-69BB-47A1-3560266A8371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9833684-97B4-64EF-4367-F492F996D4D1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50A2859-30E0-F4F5-F8E0-F8B2BBC97EDF}"/>
              </a:ext>
            </a:extLst>
          </p:cNvPr>
          <p:cNvCxnSpPr>
            <a:cxnSpLocks/>
            <a:stCxn id="92" idx="6"/>
            <a:endCxn id="96" idx="2"/>
          </p:cNvCxnSpPr>
          <p:nvPr/>
        </p:nvCxnSpPr>
        <p:spPr>
          <a:xfrm>
            <a:off x="2388204" y="3118670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7953C1C-D38C-20E8-A84C-33F0A50F415D}"/>
              </a:ext>
            </a:extLst>
          </p:cNvPr>
          <p:cNvCxnSpPr>
            <a:cxnSpLocks/>
            <a:stCxn id="94" idx="0"/>
            <a:endCxn id="98" idx="0"/>
          </p:cNvCxnSpPr>
          <p:nvPr/>
        </p:nvCxnSpPr>
        <p:spPr>
          <a:xfrm>
            <a:off x="3309779" y="3028670"/>
            <a:ext cx="258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14ABEAE-635E-54D2-EFEF-E1542A6BA002}"/>
              </a:ext>
            </a:extLst>
          </p:cNvPr>
          <p:cNvCxnSpPr>
            <a:cxnSpLocks/>
            <a:stCxn id="93" idx="7"/>
            <a:endCxn id="97" idx="1"/>
          </p:cNvCxnSpPr>
          <p:nvPr/>
        </p:nvCxnSpPr>
        <p:spPr>
          <a:xfrm>
            <a:off x="2867632" y="3055030"/>
            <a:ext cx="245879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0CC72A2-F9E3-1B8D-303A-96F1215F97B4}"/>
              </a:ext>
            </a:extLst>
          </p:cNvPr>
          <p:cNvGrpSpPr/>
          <p:nvPr/>
        </p:nvGrpSpPr>
        <p:grpSpPr>
          <a:xfrm>
            <a:off x="2204481" y="2459423"/>
            <a:ext cx="1191575" cy="180000"/>
            <a:chOff x="2207922" y="1864928"/>
            <a:chExt cx="1191575" cy="180000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BC67468-BA19-F2DB-50C5-53FB9163681C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1A7BA57-46C5-EACF-7550-9B11D5C8F984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06D8597-8FB6-3027-4D8B-6B6E7CE82309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41A4D16-1380-5D5F-549E-70C4572FB1F2}"/>
              </a:ext>
            </a:extLst>
          </p:cNvPr>
          <p:cNvGrpSpPr/>
          <p:nvPr/>
        </p:nvGrpSpPr>
        <p:grpSpPr>
          <a:xfrm>
            <a:off x="4790551" y="2460535"/>
            <a:ext cx="1191575" cy="180000"/>
            <a:chOff x="2207922" y="1864928"/>
            <a:chExt cx="1191575" cy="180000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956DCC3-5C7B-5494-0F98-35903CB6C55E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FB96B8B-0933-3F3C-2A14-47AE78DE9DE8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B8D0F73-6159-F284-60A8-B83381407CF2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44CF7BD-411D-8EF2-D418-798C3E9D3D2D}"/>
              </a:ext>
            </a:extLst>
          </p:cNvPr>
          <p:cNvCxnSpPr>
            <a:cxnSpLocks/>
            <a:stCxn id="103" idx="6"/>
            <a:endCxn id="107" idx="2"/>
          </p:cNvCxnSpPr>
          <p:nvPr/>
        </p:nvCxnSpPr>
        <p:spPr>
          <a:xfrm>
            <a:off x="2384481" y="2549423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D28EF9D-5FEE-2DAB-BCA5-C46963F041E4}"/>
              </a:ext>
            </a:extLst>
          </p:cNvPr>
          <p:cNvCxnSpPr>
            <a:cxnSpLocks/>
            <a:stCxn id="105" idx="0"/>
            <a:endCxn id="109" idx="0"/>
          </p:cNvCxnSpPr>
          <p:nvPr/>
        </p:nvCxnSpPr>
        <p:spPr>
          <a:xfrm>
            <a:off x="3306056" y="2459423"/>
            <a:ext cx="258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253F617-2576-6036-C30B-4F37AA46C19C}"/>
              </a:ext>
            </a:extLst>
          </p:cNvPr>
          <p:cNvCxnSpPr>
            <a:cxnSpLocks/>
            <a:stCxn id="104" idx="7"/>
            <a:endCxn id="108" idx="1"/>
          </p:cNvCxnSpPr>
          <p:nvPr/>
        </p:nvCxnSpPr>
        <p:spPr>
          <a:xfrm>
            <a:off x="2863909" y="2485783"/>
            <a:ext cx="245879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Picture 114">
            <a:extLst>
              <a:ext uri="{FF2B5EF4-FFF2-40B4-BE49-F238E27FC236}">
                <a16:creationId xmlns:a16="http://schemas.microsoft.com/office/drawing/2014/main" id="{B461C186-06E0-C475-26D2-52C8EFC30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475" y="1864928"/>
            <a:ext cx="49403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43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>
            <a:extLst>
              <a:ext uri="{FF2B5EF4-FFF2-40B4-BE49-F238E27FC236}">
                <a16:creationId xmlns:a16="http://schemas.microsoft.com/office/drawing/2014/main" id="{3384EDA1-6B87-2834-6F74-31A70A9AA363}"/>
              </a:ext>
            </a:extLst>
          </p:cNvPr>
          <p:cNvSpPr/>
          <p:nvPr/>
        </p:nvSpPr>
        <p:spPr>
          <a:xfrm>
            <a:off x="5421088" y="769535"/>
            <a:ext cx="6200558" cy="5140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BB04B60-1382-6877-57D6-3F4E6E3C761D}"/>
              </a:ext>
            </a:extLst>
          </p:cNvPr>
          <p:cNvSpPr/>
          <p:nvPr/>
        </p:nvSpPr>
        <p:spPr>
          <a:xfrm>
            <a:off x="-184399" y="-21237"/>
            <a:ext cx="4597323" cy="48335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B8F52-7170-6FFD-7886-71EFC1E22842}"/>
              </a:ext>
            </a:extLst>
          </p:cNvPr>
          <p:cNvSpPr/>
          <p:nvPr/>
        </p:nvSpPr>
        <p:spPr>
          <a:xfrm>
            <a:off x="-141872" y="1636674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57A358-17C6-2029-3DE2-127A82FA64D6}"/>
              </a:ext>
            </a:extLst>
          </p:cNvPr>
          <p:cNvSpPr txBox="1"/>
          <p:nvPr/>
        </p:nvSpPr>
        <p:spPr>
          <a:xfrm>
            <a:off x="317024" y="3715876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A36E5-7DE4-C165-E1CA-F03FCCA4538E}"/>
              </a:ext>
            </a:extLst>
          </p:cNvPr>
          <p:cNvSpPr txBox="1"/>
          <p:nvPr/>
        </p:nvSpPr>
        <p:spPr>
          <a:xfrm>
            <a:off x="317024" y="8190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C47F56-EA88-5208-C443-890003D63AAB}"/>
              </a:ext>
            </a:extLst>
          </p:cNvPr>
          <p:cNvSpPr txBox="1"/>
          <p:nvPr/>
        </p:nvSpPr>
        <p:spPr>
          <a:xfrm>
            <a:off x="-80312" y="172752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1ED73D-8873-6E0C-4941-1FF8B9CA5EFE}"/>
              </a:ext>
            </a:extLst>
          </p:cNvPr>
          <p:cNvCxnSpPr>
            <a:cxnSpLocks/>
            <a:stCxn id="16" idx="0"/>
            <a:endCxn id="15" idx="2"/>
          </p:cNvCxnSpPr>
          <p:nvPr/>
        </p:nvCxnSpPr>
        <p:spPr>
          <a:xfrm flipH="1" flipV="1">
            <a:off x="570355" y="3267616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0E835F-D551-93FC-FEF6-102E8AE11872}"/>
              </a:ext>
            </a:extLst>
          </p:cNvPr>
          <p:cNvCxnSpPr>
            <a:cxnSpLocks/>
            <a:stCxn id="15" idx="0"/>
            <a:endCxn id="17" idx="2"/>
          </p:cNvCxnSpPr>
          <p:nvPr/>
        </p:nvCxnSpPr>
        <p:spPr>
          <a:xfrm flipV="1">
            <a:off x="570355" y="1188415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AC8D914-92D5-38ED-029B-C0D234330279}"/>
              </a:ext>
            </a:extLst>
          </p:cNvPr>
          <p:cNvSpPr/>
          <p:nvPr/>
        </p:nvSpPr>
        <p:spPr>
          <a:xfrm>
            <a:off x="2439068" y="1636674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26422D-BEEE-2C06-AF37-F8DD0BD86950}"/>
              </a:ext>
            </a:extLst>
          </p:cNvPr>
          <p:cNvSpPr txBox="1"/>
          <p:nvPr/>
        </p:nvSpPr>
        <p:spPr>
          <a:xfrm>
            <a:off x="2897964" y="3715876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9527FF-CB1F-B207-EBC4-4C168014FEC8}"/>
              </a:ext>
            </a:extLst>
          </p:cNvPr>
          <p:cNvSpPr txBox="1"/>
          <p:nvPr/>
        </p:nvSpPr>
        <p:spPr>
          <a:xfrm>
            <a:off x="2897964" y="8190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334464-2F57-F7BD-0D82-20B4D24D5D3A}"/>
              </a:ext>
            </a:extLst>
          </p:cNvPr>
          <p:cNvSpPr txBox="1"/>
          <p:nvPr/>
        </p:nvSpPr>
        <p:spPr>
          <a:xfrm>
            <a:off x="2500628" y="172752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ECEDD32-E7DB-A14D-D3DF-A1C7D211F107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H="1" flipV="1">
            <a:off x="3151295" y="3267616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29EA1A8-285C-B364-9F66-DD51AAE81B98}"/>
              </a:ext>
            </a:extLst>
          </p:cNvPr>
          <p:cNvCxnSpPr>
            <a:cxnSpLocks/>
            <a:stCxn id="21" idx="0"/>
            <a:endCxn id="23" idx="2"/>
          </p:cNvCxnSpPr>
          <p:nvPr/>
        </p:nvCxnSpPr>
        <p:spPr>
          <a:xfrm flipV="1">
            <a:off x="3151295" y="1188415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678649D-18C3-0BDA-6ADC-7DE2C1F9D561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>
            <a:off x="823687" y="1003749"/>
            <a:ext cx="2074277" cy="2896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8787F2C-5946-AB9C-2C57-CC493DF5EFBC}"/>
              </a:ext>
            </a:extLst>
          </p:cNvPr>
          <p:cNvGrpSpPr/>
          <p:nvPr/>
        </p:nvGrpSpPr>
        <p:grpSpPr>
          <a:xfrm>
            <a:off x="-30563" y="2360477"/>
            <a:ext cx="1191575" cy="180000"/>
            <a:chOff x="2207922" y="1864928"/>
            <a:chExt cx="1191575" cy="180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8C0CC90-4210-A2FB-0A44-28A14081A586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07A3B9F-BB36-66AB-4D86-2E2549DE9523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6D459EE-48D1-09BC-FDD7-5A6A7C6664B3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FD6696D-E046-BB63-FA4D-F364FCB53C6E}"/>
              </a:ext>
            </a:extLst>
          </p:cNvPr>
          <p:cNvGrpSpPr/>
          <p:nvPr/>
        </p:nvGrpSpPr>
        <p:grpSpPr>
          <a:xfrm>
            <a:off x="2555507" y="2361589"/>
            <a:ext cx="1191575" cy="180000"/>
            <a:chOff x="2207922" y="1864928"/>
            <a:chExt cx="1191575" cy="180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13EB098-3139-BA83-7B8A-3F9B3E37EDA9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04CA4FC-C56D-5A75-22A0-D9ED2D8FA55A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7A7E547-6548-4628-CCA8-350323E7DBAB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927168-0DBE-751B-D76B-45257C1DBE36}"/>
              </a:ext>
            </a:extLst>
          </p:cNvPr>
          <p:cNvCxnSpPr>
            <a:cxnSpLocks/>
            <a:stCxn id="40" idx="6"/>
            <a:endCxn id="44" idx="2"/>
          </p:cNvCxnSpPr>
          <p:nvPr/>
        </p:nvCxnSpPr>
        <p:spPr>
          <a:xfrm>
            <a:off x="149437" y="2450477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A27209-2A32-7111-D26D-F7FB363F6D5D}"/>
              </a:ext>
            </a:extLst>
          </p:cNvPr>
          <p:cNvCxnSpPr>
            <a:cxnSpLocks/>
            <a:stCxn id="42" idx="0"/>
            <a:endCxn id="46" idx="0"/>
          </p:cNvCxnSpPr>
          <p:nvPr/>
        </p:nvCxnSpPr>
        <p:spPr>
          <a:xfrm>
            <a:off x="1071012" y="2360477"/>
            <a:ext cx="258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B0755AD-8DBF-3E49-3A7A-9A51E8E25AEC}"/>
              </a:ext>
            </a:extLst>
          </p:cNvPr>
          <p:cNvCxnSpPr>
            <a:cxnSpLocks/>
            <a:stCxn id="41" idx="7"/>
            <a:endCxn id="45" idx="1"/>
          </p:cNvCxnSpPr>
          <p:nvPr/>
        </p:nvCxnSpPr>
        <p:spPr>
          <a:xfrm>
            <a:off x="628865" y="2386837"/>
            <a:ext cx="245879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995260D-0853-7C35-3AE6-68BA613EBCCA}"/>
              </a:ext>
            </a:extLst>
          </p:cNvPr>
          <p:cNvSpPr/>
          <p:nvPr/>
        </p:nvSpPr>
        <p:spPr>
          <a:xfrm>
            <a:off x="6903357" y="2363812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4FB382-EE6D-6D24-C099-F85A53FF6A39}"/>
              </a:ext>
            </a:extLst>
          </p:cNvPr>
          <p:cNvSpPr txBox="1"/>
          <p:nvPr/>
        </p:nvSpPr>
        <p:spPr>
          <a:xfrm>
            <a:off x="7362253" y="4443014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23F350-39E4-12D0-F67E-78F8C210862C}"/>
              </a:ext>
            </a:extLst>
          </p:cNvPr>
          <p:cNvSpPr txBox="1"/>
          <p:nvPr/>
        </p:nvSpPr>
        <p:spPr>
          <a:xfrm>
            <a:off x="7362253" y="1546221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A9E6AB-DAE0-7C8C-168E-37470F214DF7}"/>
              </a:ext>
            </a:extLst>
          </p:cNvPr>
          <p:cNvSpPr txBox="1"/>
          <p:nvPr/>
        </p:nvSpPr>
        <p:spPr>
          <a:xfrm>
            <a:off x="6964917" y="899890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6C2A42B-D06D-D0B9-7214-C1990A699FAC}"/>
              </a:ext>
            </a:extLst>
          </p:cNvPr>
          <p:cNvCxnSpPr>
            <a:cxnSpLocks/>
            <a:stCxn id="62" idx="0"/>
            <a:endCxn id="61" idx="2"/>
          </p:cNvCxnSpPr>
          <p:nvPr/>
        </p:nvCxnSpPr>
        <p:spPr>
          <a:xfrm flipH="1" flipV="1">
            <a:off x="7615584" y="3994754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3F5A9B5-42E4-3CB9-07A5-1BDABA5C7E56}"/>
              </a:ext>
            </a:extLst>
          </p:cNvPr>
          <p:cNvCxnSpPr>
            <a:cxnSpLocks/>
            <a:stCxn id="61" idx="0"/>
            <a:endCxn id="63" idx="2"/>
          </p:cNvCxnSpPr>
          <p:nvPr/>
        </p:nvCxnSpPr>
        <p:spPr>
          <a:xfrm flipV="1">
            <a:off x="7615584" y="1915553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76443E05-2E92-C6C4-B309-B8C274B51F02}"/>
              </a:ext>
            </a:extLst>
          </p:cNvPr>
          <p:cNvSpPr/>
          <p:nvPr/>
        </p:nvSpPr>
        <p:spPr>
          <a:xfrm>
            <a:off x="9484297" y="2363812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0F4763-F0B0-F052-4EA4-AB3D669879B3}"/>
              </a:ext>
            </a:extLst>
          </p:cNvPr>
          <p:cNvSpPr txBox="1"/>
          <p:nvPr/>
        </p:nvSpPr>
        <p:spPr>
          <a:xfrm>
            <a:off x="9943193" y="4443014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AE4E9A-0F15-504C-BA58-F2BEB8B99B46}"/>
              </a:ext>
            </a:extLst>
          </p:cNvPr>
          <p:cNvSpPr txBox="1"/>
          <p:nvPr/>
        </p:nvSpPr>
        <p:spPr>
          <a:xfrm>
            <a:off x="9943193" y="1546221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y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8E96E2-4A8C-87F5-6D54-1C3336DD0FF9}"/>
              </a:ext>
            </a:extLst>
          </p:cNvPr>
          <p:cNvSpPr txBox="1"/>
          <p:nvPr/>
        </p:nvSpPr>
        <p:spPr>
          <a:xfrm>
            <a:off x="9545857" y="899890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5D49C57-CC79-C066-0BDB-47F61C0056D9}"/>
              </a:ext>
            </a:extLst>
          </p:cNvPr>
          <p:cNvCxnSpPr>
            <a:cxnSpLocks/>
            <a:stCxn id="68" idx="0"/>
            <a:endCxn id="67" idx="2"/>
          </p:cNvCxnSpPr>
          <p:nvPr/>
        </p:nvCxnSpPr>
        <p:spPr>
          <a:xfrm flipH="1" flipV="1">
            <a:off x="10196524" y="3994754"/>
            <a:ext cx="1" cy="4482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CAECD74-BF3E-586C-5963-BD9CD6298585}"/>
              </a:ext>
            </a:extLst>
          </p:cNvPr>
          <p:cNvCxnSpPr>
            <a:cxnSpLocks/>
            <a:stCxn id="67" idx="0"/>
            <a:endCxn id="69" idx="2"/>
          </p:cNvCxnSpPr>
          <p:nvPr/>
        </p:nvCxnSpPr>
        <p:spPr>
          <a:xfrm flipV="1">
            <a:off x="10196524" y="1915553"/>
            <a:ext cx="1" cy="448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BDC5E4A-FC12-E19D-1114-22B02352069B}"/>
              </a:ext>
            </a:extLst>
          </p:cNvPr>
          <p:cNvGrpSpPr/>
          <p:nvPr/>
        </p:nvGrpSpPr>
        <p:grpSpPr>
          <a:xfrm rot="5400000">
            <a:off x="7014666" y="3087615"/>
            <a:ext cx="1191575" cy="180000"/>
            <a:chOff x="2207922" y="1864928"/>
            <a:chExt cx="1191575" cy="180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ABBF7E3-2D44-6F6E-7E27-62475AF2617B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190F14D-434D-82EA-46BB-39F573AEF124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1114C1C-0CD5-3445-E676-BB6B2845A4CB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92AD480-58FC-4A82-22B5-3032E86CCC19}"/>
              </a:ext>
            </a:extLst>
          </p:cNvPr>
          <p:cNvGrpSpPr/>
          <p:nvPr/>
        </p:nvGrpSpPr>
        <p:grpSpPr>
          <a:xfrm rot="5400000">
            <a:off x="9600736" y="3088727"/>
            <a:ext cx="1191575" cy="180000"/>
            <a:chOff x="2207922" y="1864928"/>
            <a:chExt cx="1191575" cy="180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9B913D1-E653-7806-1EF1-AF1CE6867256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278D9580-6217-61F6-BDE1-F8681BF3A1A4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441A0D7-DD88-7FF0-4B76-762DDEAA8219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AC7D0BB-ED06-AAF4-B819-DDAB34448024}"/>
              </a:ext>
            </a:extLst>
          </p:cNvPr>
          <p:cNvCxnSpPr>
            <a:cxnSpLocks/>
            <a:stCxn id="75" idx="0"/>
            <a:endCxn id="79" idx="4"/>
          </p:cNvCxnSpPr>
          <p:nvPr/>
        </p:nvCxnSpPr>
        <p:spPr>
          <a:xfrm>
            <a:off x="7700454" y="2671828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4E14AF3-D0B4-0450-A107-D41388E05EA0}"/>
              </a:ext>
            </a:extLst>
          </p:cNvPr>
          <p:cNvCxnSpPr>
            <a:cxnSpLocks/>
            <a:stCxn id="77" idx="0"/>
            <a:endCxn id="81" idx="4"/>
          </p:cNvCxnSpPr>
          <p:nvPr/>
        </p:nvCxnSpPr>
        <p:spPr>
          <a:xfrm>
            <a:off x="7700454" y="3683403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3FEF282-9CBB-2A53-2886-A0A3AFBF897B}"/>
              </a:ext>
            </a:extLst>
          </p:cNvPr>
          <p:cNvCxnSpPr>
            <a:cxnSpLocks/>
            <a:stCxn id="76" idx="0"/>
            <a:endCxn id="80" idx="4"/>
          </p:cNvCxnSpPr>
          <p:nvPr/>
        </p:nvCxnSpPr>
        <p:spPr>
          <a:xfrm>
            <a:off x="7700454" y="3177616"/>
            <a:ext cx="2406070" cy="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5833E308-CCCF-C51E-62CD-0FFA542CC114}"/>
              </a:ext>
            </a:extLst>
          </p:cNvPr>
          <p:cNvCxnSpPr>
            <a:cxnSpLocks/>
            <a:stCxn id="77" idx="0"/>
            <a:endCxn id="79" idx="4"/>
          </p:cNvCxnSpPr>
          <p:nvPr/>
        </p:nvCxnSpPr>
        <p:spPr>
          <a:xfrm flipV="1">
            <a:off x="7700454" y="2672940"/>
            <a:ext cx="2406070" cy="1010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5B46D6A0-0420-FF8D-DB89-16161A6E3560}"/>
              </a:ext>
            </a:extLst>
          </p:cNvPr>
          <p:cNvCxnSpPr>
            <a:cxnSpLocks/>
            <a:stCxn id="77" idx="0"/>
            <a:endCxn id="80" idx="4"/>
          </p:cNvCxnSpPr>
          <p:nvPr/>
        </p:nvCxnSpPr>
        <p:spPr>
          <a:xfrm flipV="1">
            <a:off x="7700454" y="3178728"/>
            <a:ext cx="2406070" cy="504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84FA50B-0C70-38AC-EF88-5E29268BF9C2}"/>
              </a:ext>
            </a:extLst>
          </p:cNvPr>
          <p:cNvCxnSpPr>
            <a:cxnSpLocks/>
            <a:stCxn id="75" idx="0"/>
            <a:endCxn id="80" idx="4"/>
          </p:cNvCxnSpPr>
          <p:nvPr/>
        </p:nvCxnSpPr>
        <p:spPr>
          <a:xfrm>
            <a:off x="7700454" y="2671828"/>
            <a:ext cx="2406070" cy="506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FC292F5-E7D6-19D2-F85B-F42DD3393449}"/>
              </a:ext>
            </a:extLst>
          </p:cNvPr>
          <p:cNvCxnSpPr>
            <a:cxnSpLocks/>
            <a:stCxn id="75" idx="0"/>
            <a:endCxn id="81" idx="4"/>
          </p:cNvCxnSpPr>
          <p:nvPr/>
        </p:nvCxnSpPr>
        <p:spPr>
          <a:xfrm>
            <a:off x="7700454" y="2671828"/>
            <a:ext cx="2406070" cy="1012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F84E1AE-E093-FD00-321A-32EE4A674DDB}"/>
              </a:ext>
            </a:extLst>
          </p:cNvPr>
          <p:cNvCxnSpPr>
            <a:cxnSpLocks/>
            <a:stCxn id="76" idx="0"/>
            <a:endCxn id="79" idx="4"/>
          </p:cNvCxnSpPr>
          <p:nvPr/>
        </p:nvCxnSpPr>
        <p:spPr>
          <a:xfrm flipV="1">
            <a:off x="7700454" y="2672940"/>
            <a:ext cx="2406070" cy="5046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CA9FC99A-A361-274A-158D-AB848364F032}"/>
              </a:ext>
            </a:extLst>
          </p:cNvPr>
          <p:cNvCxnSpPr>
            <a:cxnSpLocks/>
            <a:stCxn id="76" idx="0"/>
            <a:endCxn id="81" idx="4"/>
          </p:cNvCxnSpPr>
          <p:nvPr/>
        </p:nvCxnSpPr>
        <p:spPr>
          <a:xfrm>
            <a:off x="7700454" y="3177616"/>
            <a:ext cx="2406070" cy="506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B0DCECF-1BA4-520E-3E5D-F155C66ED846}"/>
              </a:ext>
            </a:extLst>
          </p:cNvPr>
          <p:cNvSpPr txBox="1"/>
          <p:nvPr/>
        </p:nvSpPr>
        <p:spPr>
          <a:xfrm>
            <a:off x="5772835" y="4997011"/>
            <a:ext cx="5566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</a:t>
            </a:r>
            <a:r>
              <a:rPr lang="en-DE" dirty="0"/>
              <a:t>he connection between the hidden layers of time step t and t+1 are like a normal layer-layer connection in a NN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BD15E55-CA2A-27F8-E8FF-82EF2A332718}"/>
              </a:ext>
            </a:extLst>
          </p:cNvPr>
          <p:cNvSpPr txBox="1"/>
          <p:nvPr/>
        </p:nvSpPr>
        <p:spPr>
          <a:xfrm rot="16200000">
            <a:off x="4600524" y="2993703"/>
            <a:ext cx="2990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Hidden </a:t>
            </a:r>
            <a:r>
              <a:rPr lang="de-DE" dirty="0" err="1"/>
              <a:t>layer</a:t>
            </a:r>
            <a:r>
              <a:rPr lang="de-DE" dirty="0"/>
              <a:t> </a:t>
            </a:r>
            <a:r>
              <a:rPr lang="de-DE" dirty="0" err="1"/>
              <a:t>rotated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90°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connections</a:t>
            </a:r>
            <a:endParaRPr lang="en-DE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98CD345E-093B-FB29-5C93-4A73B8F7E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59" y="5537261"/>
            <a:ext cx="4051300" cy="4076700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458EABBE-435F-FFC2-E057-3EAC8367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167" y="6024357"/>
            <a:ext cx="5626100" cy="4889500"/>
          </a:xfrm>
          <a:prstGeom prst="rect">
            <a:avLst/>
          </a:prstGeom>
        </p:spPr>
      </p:pic>
      <p:pic>
        <p:nvPicPr>
          <p:cNvPr id="147" name="Picture 146">
            <a:extLst>
              <a:ext uri="{FF2B5EF4-FFF2-40B4-BE49-F238E27FC236}">
                <a16:creationId xmlns:a16="http://schemas.microsoft.com/office/drawing/2014/main" id="{A65E6C67-792A-2B34-B78C-980579121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46" y="1705322"/>
            <a:ext cx="4597400" cy="4838700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5BFB9A74-3F4B-855D-B3EA-ADDDE7F87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87081" y="1137776"/>
            <a:ext cx="61976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1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B42EF7E1-C985-2556-8271-200DBA1CB6B5}"/>
              </a:ext>
            </a:extLst>
          </p:cNvPr>
          <p:cNvSpPr/>
          <p:nvPr/>
        </p:nvSpPr>
        <p:spPr>
          <a:xfrm>
            <a:off x="1850256" y="51018"/>
            <a:ext cx="9308073" cy="44149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30C063-A270-8162-C701-1E47FDF3391E}"/>
              </a:ext>
            </a:extLst>
          </p:cNvPr>
          <p:cNvSpPr/>
          <p:nvPr/>
        </p:nvSpPr>
        <p:spPr>
          <a:xfrm>
            <a:off x="2090606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8C2C7-491A-8725-00E0-B999ABE2FF92}"/>
              </a:ext>
            </a:extLst>
          </p:cNvPr>
          <p:cNvSpPr txBox="1"/>
          <p:nvPr/>
        </p:nvSpPr>
        <p:spPr>
          <a:xfrm>
            <a:off x="2549502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E01C7-FA84-342A-5A0B-A8DEDB47B918}"/>
              </a:ext>
            </a:extLst>
          </p:cNvPr>
          <p:cNvSpPr txBox="1"/>
          <p:nvPr/>
        </p:nvSpPr>
        <p:spPr>
          <a:xfrm>
            <a:off x="2549502" y="899890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BBC96-CD58-F6DF-1D9C-005CA2A68FC6}"/>
              </a:ext>
            </a:extLst>
          </p:cNvPr>
          <p:cNvSpPr txBox="1"/>
          <p:nvPr/>
        </p:nvSpPr>
        <p:spPr>
          <a:xfrm>
            <a:off x="215216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5109C6-7CA8-49C0-AC53-733023D5DF3E}"/>
              </a:ext>
            </a:extLst>
          </p:cNvPr>
          <p:cNvSpPr txBox="1"/>
          <p:nvPr/>
        </p:nvSpPr>
        <p:spPr>
          <a:xfrm>
            <a:off x="473310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06C6F4E-29DD-AD08-C8EF-DE4A1255E93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056165" y="1084556"/>
            <a:ext cx="2074277" cy="2896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B78666-9262-D22A-A306-2B120CBFDDF7}"/>
              </a:ext>
            </a:extLst>
          </p:cNvPr>
          <p:cNvGrpSpPr/>
          <p:nvPr/>
        </p:nvGrpSpPr>
        <p:grpSpPr>
          <a:xfrm>
            <a:off x="2201915" y="2441284"/>
            <a:ext cx="1191575" cy="180000"/>
            <a:chOff x="2207922" y="1864928"/>
            <a:chExt cx="1191575" cy="180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5CD80A3-91F1-EEC5-85EE-8DAA33198DFC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D3124A-9801-28FE-627F-8CA6CF75C04E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B19A510-A8B8-DE67-1080-560F4681FC71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AC9CA4-3876-7AAE-4165-8E797FEE891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515060" y="2532952"/>
            <a:ext cx="11564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DCC2E5-8AC2-F27D-09E8-56AE70E4B7B7}"/>
              </a:ext>
            </a:extLst>
          </p:cNvPr>
          <p:cNvCxnSpPr>
            <a:cxnSpLocks/>
            <a:stCxn id="5" idx="0"/>
            <a:endCxn id="18" idx="4"/>
          </p:cNvCxnSpPr>
          <p:nvPr/>
        </p:nvCxnSpPr>
        <p:spPr>
          <a:xfrm flipH="1" flipV="1">
            <a:off x="2291915" y="2621284"/>
            <a:ext cx="510919" cy="117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E8BBC56-5117-EEA0-EAC1-12ABDFBF82DB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2802833" y="2621284"/>
            <a:ext cx="1" cy="117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5C1961D-8375-118A-270F-A3FF33D93891}"/>
              </a:ext>
            </a:extLst>
          </p:cNvPr>
          <p:cNvCxnSpPr>
            <a:cxnSpLocks/>
            <a:stCxn id="5" idx="0"/>
            <a:endCxn id="20" idx="4"/>
          </p:cNvCxnSpPr>
          <p:nvPr/>
        </p:nvCxnSpPr>
        <p:spPr>
          <a:xfrm flipV="1">
            <a:off x="2802834" y="2621284"/>
            <a:ext cx="500656" cy="117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B7C504-CFF8-CC25-97AC-B09E73B2B5E4}"/>
              </a:ext>
            </a:extLst>
          </p:cNvPr>
          <p:cNvCxnSpPr>
            <a:cxnSpLocks/>
            <a:stCxn id="20" idx="0"/>
            <a:endCxn id="6" idx="2"/>
          </p:cNvCxnSpPr>
          <p:nvPr/>
        </p:nvCxnSpPr>
        <p:spPr>
          <a:xfrm flipH="1" flipV="1">
            <a:off x="2802834" y="1269222"/>
            <a:ext cx="500656" cy="117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838CF6-E028-AF2B-FBB3-9B8F048F0694}"/>
              </a:ext>
            </a:extLst>
          </p:cNvPr>
          <p:cNvCxnSpPr>
            <a:cxnSpLocks/>
            <a:stCxn id="19" idx="0"/>
            <a:endCxn id="6" idx="2"/>
          </p:cNvCxnSpPr>
          <p:nvPr/>
        </p:nvCxnSpPr>
        <p:spPr>
          <a:xfrm flipV="1">
            <a:off x="2797703" y="1269222"/>
            <a:ext cx="5131" cy="117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4F7ACD7-175D-311E-11FD-DAC9A759DE84}"/>
              </a:ext>
            </a:extLst>
          </p:cNvPr>
          <p:cNvCxnSpPr>
            <a:cxnSpLocks/>
            <a:stCxn id="18" idx="0"/>
            <a:endCxn id="6" idx="2"/>
          </p:cNvCxnSpPr>
          <p:nvPr/>
        </p:nvCxnSpPr>
        <p:spPr>
          <a:xfrm flipV="1">
            <a:off x="2291915" y="1269222"/>
            <a:ext cx="510919" cy="117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7549CB1-75CB-0A9C-7551-1687472E7265}"/>
              </a:ext>
            </a:extLst>
          </p:cNvPr>
          <p:cNvSpPr/>
          <p:nvPr/>
        </p:nvSpPr>
        <p:spPr>
          <a:xfrm>
            <a:off x="4659227" y="1717481"/>
            <a:ext cx="1424454" cy="163094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E76404-4AF6-0F5E-DB96-6CCE131F50AF}"/>
              </a:ext>
            </a:extLst>
          </p:cNvPr>
          <p:cNvSpPr txBox="1"/>
          <p:nvPr/>
        </p:nvSpPr>
        <p:spPr>
          <a:xfrm>
            <a:off x="5118123" y="3796683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B36614-7565-F4D5-2BAF-622CF3A64604}"/>
              </a:ext>
            </a:extLst>
          </p:cNvPr>
          <p:cNvSpPr txBox="1"/>
          <p:nvPr/>
        </p:nvSpPr>
        <p:spPr>
          <a:xfrm>
            <a:off x="5118123" y="899890"/>
            <a:ext cx="518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t+1</a:t>
            </a:r>
            <a:endParaRPr lang="en-DE" b="1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740CAFB-29C2-5064-B61D-4FD7865C7AA5}"/>
              </a:ext>
            </a:extLst>
          </p:cNvPr>
          <p:cNvGrpSpPr/>
          <p:nvPr/>
        </p:nvGrpSpPr>
        <p:grpSpPr>
          <a:xfrm>
            <a:off x="4770536" y="2441284"/>
            <a:ext cx="1191575" cy="180000"/>
            <a:chOff x="2207922" y="1864928"/>
            <a:chExt cx="1191575" cy="180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E911A3B-A58B-F031-A606-EF49E42FDFCB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32F7FD4-9829-0DB4-EE7F-062ACFBC6555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405C10A-AE4B-58A1-2012-5BFC0C14D992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64BE93E-35DA-83DE-3F7D-B517CD3D49E8}"/>
              </a:ext>
            </a:extLst>
          </p:cNvPr>
          <p:cNvCxnSpPr>
            <a:cxnSpLocks/>
            <a:stCxn id="50" idx="0"/>
            <a:endCxn id="53" idx="4"/>
          </p:cNvCxnSpPr>
          <p:nvPr/>
        </p:nvCxnSpPr>
        <p:spPr>
          <a:xfrm flipH="1" flipV="1">
            <a:off x="4860536" y="2621284"/>
            <a:ext cx="510919" cy="117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619F15C-0AD4-A03F-62F7-DE90275DF56C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5371454" y="2621284"/>
            <a:ext cx="1" cy="117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12A3882-7E4F-FE1B-A1D0-D2E00BF722EA}"/>
              </a:ext>
            </a:extLst>
          </p:cNvPr>
          <p:cNvCxnSpPr>
            <a:cxnSpLocks/>
            <a:stCxn id="50" idx="0"/>
            <a:endCxn id="55" idx="4"/>
          </p:cNvCxnSpPr>
          <p:nvPr/>
        </p:nvCxnSpPr>
        <p:spPr>
          <a:xfrm flipV="1">
            <a:off x="5371455" y="2621284"/>
            <a:ext cx="500656" cy="1175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E381A5A-CE65-E253-DBD2-3D4960FA88F3}"/>
              </a:ext>
            </a:extLst>
          </p:cNvPr>
          <p:cNvCxnSpPr>
            <a:cxnSpLocks/>
            <a:stCxn id="55" idx="0"/>
            <a:endCxn id="51" idx="2"/>
          </p:cNvCxnSpPr>
          <p:nvPr/>
        </p:nvCxnSpPr>
        <p:spPr>
          <a:xfrm flipH="1" flipV="1">
            <a:off x="5377614" y="1269222"/>
            <a:ext cx="494497" cy="117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A8B344C-13B3-150A-015B-567290874C7D}"/>
              </a:ext>
            </a:extLst>
          </p:cNvPr>
          <p:cNvCxnSpPr>
            <a:cxnSpLocks/>
            <a:stCxn id="54" idx="0"/>
            <a:endCxn id="51" idx="2"/>
          </p:cNvCxnSpPr>
          <p:nvPr/>
        </p:nvCxnSpPr>
        <p:spPr>
          <a:xfrm flipV="1">
            <a:off x="5366324" y="1269222"/>
            <a:ext cx="11290" cy="117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98E7BAB-3C70-2017-2E90-59A0DA7DA793}"/>
              </a:ext>
            </a:extLst>
          </p:cNvPr>
          <p:cNvCxnSpPr>
            <a:cxnSpLocks/>
            <a:stCxn id="53" idx="0"/>
            <a:endCxn id="51" idx="2"/>
          </p:cNvCxnSpPr>
          <p:nvPr/>
        </p:nvCxnSpPr>
        <p:spPr>
          <a:xfrm flipV="1">
            <a:off x="4860536" y="1269222"/>
            <a:ext cx="517078" cy="1172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3288B4E-D7A5-BB43-8968-BA889C942CD7}"/>
              </a:ext>
            </a:extLst>
          </p:cNvPr>
          <p:cNvSpPr txBox="1"/>
          <p:nvPr/>
        </p:nvSpPr>
        <p:spPr>
          <a:xfrm>
            <a:off x="6463188" y="1792620"/>
            <a:ext cx="44007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</a:t>
            </a:r>
            <a:r>
              <a:rPr lang="en-DE" dirty="0"/>
              <a:t>he vertical connections between the layers of the NN (input to hidden layer to output layer) are the connections of a normal NN = multiplication with matrices followed by a nonlinearity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826052CE-A490-3226-FE81-215352D73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6496"/>
            <a:ext cx="7772400" cy="368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01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B5C6DA-9F86-5EE3-C865-9BCABC31B145}"/>
              </a:ext>
            </a:extLst>
          </p:cNvPr>
          <p:cNvSpPr/>
          <p:nvPr/>
        </p:nvSpPr>
        <p:spPr>
          <a:xfrm>
            <a:off x="1585080" y="-7199"/>
            <a:ext cx="4931498" cy="4565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CE8EE3-8308-00FF-5B31-A6C8FB834AA8}"/>
              </a:ext>
            </a:extLst>
          </p:cNvPr>
          <p:cNvSpPr/>
          <p:nvPr/>
        </p:nvSpPr>
        <p:spPr>
          <a:xfrm>
            <a:off x="2066914" y="2801842"/>
            <a:ext cx="1424454" cy="65823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400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683A7-558E-BAA3-0C00-DFA3748B568F}"/>
              </a:ext>
            </a:extLst>
          </p:cNvPr>
          <p:cNvSpPr txBox="1"/>
          <p:nvPr/>
        </p:nvSpPr>
        <p:spPr>
          <a:xfrm>
            <a:off x="2539391" y="4550787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t-1</a:t>
            </a:r>
            <a:endParaRPr lang="en-DE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F86A1-0DBA-A47D-5142-E76C4987EEF6}"/>
              </a:ext>
            </a:extLst>
          </p:cNvPr>
          <p:cNvSpPr txBox="1"/>
          <p:nvPr/>
        </p:nvSpPr>
        <p:spPr>
          <a:xfrm>
            <a:off x="2539391" y="1339681"/>
            <a:ext cx="50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X</a:t>
            </a:r>
            <a:r>
              <a:rPr lang="en-DE" b="1" baseline="-25000" dirty="0"/>
              <a:t>t</a:t>
            </a:r>
            <a:endParaRPr lang="en-DE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4979D-81AA-CF47-511C-D80BD1F03543}"/>
              </a:ext>
            </a:extLst>
          </p:cNvPr>
          <p:cNvSpPr txBox="1"/>
          <p:nvPr/>
        </p:nvSpPr>
        <p:spPr>
          <a:xfrm>
            <a:off x="215216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</a:t>
            </a:r>
            <a:endParaRPr lang="en-DE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05B0C-F00B-2DEA-EBDC-8C1126F8AA6F}"/>
              </a:ext>
            </a:extLst>
          </p:cNvPr>
          <p:cNvSpPr txBox="1"/>
          <p:nvPr/>
        </p:nvSpPr>
        <p:spPr>
          <a:xfrm>
            <a:off x="4733106" y="253559"/>
            <a:ext cx="13013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err="1"/>
              <a:t>Step</a:t>
            </a:r>
            <a:r>
              <a:rPr lang="de-DE" sz="2400" b="1" dirty="0"/>
              <a:t> t+1</a:t>
            </a:r>
            <a:endParaRPr lang="en-DE" sz="2400" b="1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3EC68C-E5F6-B95E-AFC6-BA422A9CA615}"/>
              </a:ext>
            </a:extLst>
          </p:cNvPr>
          <p:cNvGrpSpPr/>
          <p:nvPr/>
        </p:nvGrpSpPr>
        <p:grpSpPr>
          <a:xfrm>
            <a:off x="2183354" y="3028670"/>
            <a:ext cx="1191575" cy="180000"/>
            <a:chOff x="2207922" y="1864928"/>
            <a:chExt cx="1191575" cy="180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E5083B1-FEEB-EC75-6C7E-D1FFB48980B4}"/>
                </a:ext>
              </a:extLst>
            </p:cNvPr>
            <p:cNvSpPr/>
            <p:nvPr/>
          </p:nvSpPr>
          <p:spPr>
            <a:xfrm>
              <a:off x="2207922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ED81ED5-BF60-214F-429D-64BD0CB54799}"/>
                </a:ext>
              </a:extLst>
            </p:cNvPr>
            <p:cNvSpPr/>
            <p:nvPr/>
          </p:nvSpPr>
          <p:spPr>
            <a:xfrm>
              <a:off x="2713710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63E12C3-7F89-938E-D14D-23C00AB24955}"/>
                </a:ext>
              </a:extLst>
            </p:cNvPr>
            <p:cNvSpPr/>
            <p:nvPr/>
          </p:nvSpPr>
          <p:spPr>
            <a:xfrm>
              <a:off x="3219497" y="1864928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E76B7FB-2034-8307-3809-644F54143D43}"/>
              </a:ext>
            </a:extLst>
          </p:cNvPr>
          <p:cNvGrpSpPr/>
          <p:nvPr/>
        </p:nvGrpSpPr>
        <p:grpSpPr>
          <a:xfrm>
            <a:off x="1674841" y="4019252"/>
            <a:ext cx="2208601" cy="185600"/>
            <a:chOff x="1932228" y="3716880"/>
            <a:chExt cx="2208601" cy="185600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EF02E7F-B13C-0D75-F1BE-EA6FB7B85B9A}"/>
                </a:ext>
              </a:extLst>
            </p:cNvPr>
            <p:cNvGrpSpPr/>
            <p:nvPr/>
          </p:nvGrpSpPr>
          <p:grpSpPr>
            <a:xfrm>
              <a:off x="1932228" y="3722480"/>
              <a:ext cx="1191575" cy="180000"/>
              <a:chOff x="2207922" y="1864928"/>
              <a:chExt cx="1191575" cy="18000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901EE9B-F6EE-1D4C-9BEC-A82019696AE9}"/>
                  </a:ext>
                </a:extLst>
              </p:cNvPr>
              <p:cNvSpPr/>
              <p:nvPr/>
            </p:nvSpPr>
            <p:spPr>
              <a:xfrm>
                <a:off x="2207922" y="1864928"/>
                <a:ext cx="180000" cy="180000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089BEA0-8AB3-5D40-7BF8-0ED8EB014CC0}"/>
                  </a:ext>
                </a:extLst>
              </p:cNvPr>
              <p:cNvSpPr/>
              <p:nvPr/>
            </p:nvSpPr>
            <p:spPr>
              <a:xfrm>
                <a:off x="2713710" y="1864928"/>
                <a:ext cx="180000" cy="180000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FCC07C92-54D9-664F-70AC-941C5548B5CB}"/>
                  </a:ext>
                </a:extLst>
              </p:cNvPr>
              <p:cNvSpPr/>
              <p:nvPr/>
            </p:nvSpPr>
            <p:spPr>
              <a:xfrm>
                <a:off x="3219497" y="1864928"/>
                <a:ext cx="180000" cy="180000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567BD93-4968-45DC-645D-AFE7E6F5F824}"/>
                </a:ext>
              </a:extLst>
            </p:cNvPr>
            <p:cNvSpPr/>
            <p:nvPr/>
          </p:nvSpPr>
          <p:spPr>
            <a:xfrm>
              <a:off x="3449039" y="3716880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4BC116D-DB02-674E-C2AA-AA03AD018A60}"/>
                </a:ext>
              </a:extLst>
            </p:cNvPr>
            <p:cNvSpPr/>
            <p:nvPr/>
          </p:nvSpPr>
          <p:spPr>
            <a:xfrm>
              <a:off x="3960829" y="3716880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7FC6A448-1E18-E9C1-0892-F25B38B0ADBA}"/>
              </a:ext>
            </a:extLst>
          </p:cNvPr>
          <p:cNvSpPr txBox="1"/>
          <p:nvPr/>
        </p:nvSpPr>
        <p:spPr>
          <a:xfrm>
            <a:off x="1002068" y="2971983"/>
            <a:ext cx="99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hidden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6F8E704-97A2-D1F9-793D-88141599F5BD}"/>
              </a:ext>
            </a:extLst>
          </p:cNvPr>
          <p:cNvSpPr txBox="1"/>
          <p:nvPr/>
        </p:nvSpPr>
        <p:spPr>
          <a:xfrm>
            <a:off x="794492" y="3861493"/>
            <a:ext cx="74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input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9F0133-42F7-CAE6-AFD0-CF3F7150B83F}"/>
              </a:ext>
            </a:extLst>
          </p:cNvPr>
          <p:cNvSpPr txBox="1"/>
          <p:nvPr/>
        </p:nvSpPr>
        <p:spPr>
          <a:xfrm>
            <a:off x="860740" y="1891594"/>
            <a:ext cx="994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output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1121AD9-751A-B77C-11DA-5F1BE3532EC4}"/>
              </a:ext>
            </a:extLst>
          </p:cNvPr>
          <p:cNvGrpSpPr/>
          <p:nvPr/>
        </p:nvGrpSpPr>
        <p:grpSpPr>
          <a:xfrm>
            <a:off x="1930736" y="1996416"/>
            <a:ext cx="1696811" cy="185600"/>
            <a:chOff x="1932228" y="3716880"/>
            <a:chExt cx="1696811" cy="18560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0083EF3-83F0-EAE3-1915-2DB1584C2348}"/>
                </a:ext>
              </a:extLst>
            </p:cNvPr>
            <p:cNvGrpSpPr/>
            <p:nvPr/>
          </p:nvGrpSpPr>
          <p:grpSpPr>
            <a:xfrm>
              <a:off x="1932228" y="3722480"/>
              <a:ext cx="1191575" cy="180000"/>
              <a:chOff x="2207922" y="1864928"/>
              <a:chExt cx="1191575" cy="180000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E0E1E27C-E949-ED33-B09E-57B8DDA05990}"/>
                  </a:ext>
                </a:extLst>
              </p:cNvPr>
              <p:cNvSpPr/>
              <p:nvPr/>
            </p:nvSpPr>
            <p:spPr>
              <a:xfrm>
                <a:off x="2207922" y="1864928"/>
                <a:ext cx="180000" cy="180000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0BFD292A-705C-3D1C-28D7-32AD564B272B}"/>
                  </a:ext>
                </a:extLst>
              </p:cNvPr>
              <p:cNvSpPr/>
              <p:nvPr/>
            </p:nvSpPr>
            <p:spPr>
              <a:xfrm>
                <a:off x="2713710" y="1864928"/>
                <a:ext cx="180000" cy="180000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D1CE7372-F9DC-C714-8B79-BEE9140EA3BB}"/>
                  </a:ext>
                </a:extLst>
              </p:cNvPr>
              <p:cNvSpPr/>
              <p:nvPr/>
            </p:nvSpPr>
            <p:spPr>
              <a:xfrm>
                <a:off x="3219497" y="1864928"/>
                <a:ext cx="180000" cy="180000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9EA36E9-2CAA-EA7F-E917-C2A9C7959239}"/>
                </a:ext>
              </a:extLst>
            </p:cNvPr>
            <p:cNvSpPr/>
            <p:nvPr/>
          </p:nvSpPr>
          <p:spPr>
            <a:xfrm>
              <a:off x="3449039" y="3716880"/>
              <a:ext cx="180000" cy="180000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430428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</TotalTime>
  <Words>220</Words>
  <Application>Microsoft Macintosh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4</cp:revision>
  <dcterms:created xsi:type="dcterms:W3CDTF">2023-02-15T16:25:17Z</dcterms:created>
  <dcterms:modified xsi:type="dcterms:W3CDTF">2023-03-05T13:48:50Z</dcterms:modified>
</cp:coreProperties>
</file>