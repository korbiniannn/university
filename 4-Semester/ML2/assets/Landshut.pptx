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904"/>
    <p:restoredTop sz="96317"/>
  </p:normalViewPr>
  <p:slideViewPr>
    <p:cSldViewPr snapToGrid="0">
      <p:cViewPr varScale="1">
        <p:scale>
          <a:sx n="20" d="100"/>
          <a:sy n="20" d="100"/>
        </p:scale>
        <p:origin x="208" y="2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0759A-17D8-26FC-7024-B4DD7AEFE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47F228-A357-C4D2-3A65-C035B2EED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122CC-5FA9-D4D6-8D35-A0F6A18D3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81F5A-71F7-8A48-BCB5-6B3FD6DF82AD}" type="datetimeFigureOut">
              <a:rPr lang="en-DE" smtClean="0"/>
              <a:t>28.02.23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17DDD-4384-2260-1F06-10972CAD8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9011-9A9E-8819-0093-E4B70A19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84962-79F0-4447-AE04-EB4DC888FB4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2205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ED4D1-1981-271B-D402-696242984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DA3AF-CA05-9DEB-8BB6-E50FD72F5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E5C6A-15D9-F36F-A0D2-B8417ACE5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81F5A-71F7-8A48-BCB5-6B3FD6DF82AD}" type="datetimeFigureOut">
              <a:rPr lang="en-DE" smtClean="0"/>
              <a:t>28.02.23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7470E-E13E-7B48-6FCF-29735EDB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D52AC-E52F-93A2-4097-8397C22EC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84962-79F0-4447-AE04-EB4DC888FB4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88987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3E6D3-2793-E674-1598-B0E672CC6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C7572-4DB7-9BA7-096E-35387C13D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6072A-782A-71C2-3B7F-EF38E1CED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81F5A-71F7-8A48-BCB5-6B3FD6DF82AD}" type="datetimeFigureOut">
              <a:rPr lang="en-DE" smtClean="0"/>
              <a:t>28.02.23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6F13F-8B0F-8D1E-0787-3F9B6610C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4313E-3848-4152-CFDC-41CBEE29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84962-79F0-4447-AE04-EB4DC888FB4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59117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EF19C-1758-DE9D-17B2-D9C265DE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446E-5BCC-80E1-1301-C782118261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0ECFD-CE65-BB3A-8F15-5EBE74321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1087E-463B-58F1-1318-8B2E6E5E0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81F5A-71F7-8A48-BCB5-6B3FD6DF82AD}" type="datetimeFigureOut">
              <a:rPr lang="en-DE" smtClean="0"/>
              <a:t>28.02.23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889B2-98C1-905E-6346-39D52A84E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E54C8-8C7F-8C7D-4B5C-C853FC840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84962-79F0-4447-AE04-EB4DC888FB4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58013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340B-5F40-AC44-A162-C25FD9AE8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E71F9-13EC-23F7-100E-5E5CEAE46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5F6295-FC99-3214-086A-BEFFC90DA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875947-245C-BA27-FE84-29C6CAFF5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466D0D-82CD-9D36-1B53-F02F6EAC3E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A65DCE-AA27-AD7C-5641-B42C9733B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81F5A-71F7-8A48-BCB5-6B3FD6DF82AD}" type="datetimeFigureOut">
              <a:rPr lang="en-DE" smtClean="0"/>
              <a:t>28.02.23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1B9A0C-D7C0-E62A-3230-DD317BFFD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8C2B02-5A95-EB03-C88B-41A6E88FE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84962-79F0-4447-AE04-EB4DC888FB4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9969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2F098-5E21-A500-C89C-F7ABFBB15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6783E1-EEB3-D4F6-59EB-BD577368F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81F5A-71F7-8A48-BCB5-6B3FD6DF82AD}" type="datetimeFigureOut">
              <a:rPr lang="en-DE" smtClean="0"/>
              <a:t>28.02.23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CC08D0-DBF0-0419-673E-E901CCC6D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DB303E-DE8D-164C-B26D-5ACDB0E8F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84962-79F0-4447-AE04-EB4DC888FB4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56984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4DA076-3707-8C3A-937D-A7DA18DCE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81F5A-71F7-8A48-BCB5-6B3FD6DF82AD}" type="datetimeFigureOut">
              <a:rPr lang="en-DE" smtClean="0"/>
              <a:t>28.02.23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586475-98BC-E204-EF64-9A676ADB9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32F51-FED7-F8BF-2A1D-77B0B0DBC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84962-79F0-4447-AE04-EB4DC888FB4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31479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D9364-42F0-35E2-A109-949ED34D0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93AE6-1869-17EE-FDF4-D2BA89ED4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943FA-2FA9-65D3-E158-F1CBA30FB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19B7A-02CF-309C-AAF7-77803FD47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81F5A-71F7-8A48-BCB5-6B3FD6DF82AD}" type="datetimeFigureOut">
              <a:rPr lang="en-DE" smtClean="0"/>
              <a:t>28.02.23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60B8D-B701-EDD9-2F02-A058DC374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5A456-3AE4-C9C9-238B-4517D6331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84962-79F0-4447-AE04-EB4DC888FB4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69497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A6F9A-5C70-1184-B09C-28BC328DE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2AA8C3-572E-F6E7-9ADC-294B0B8A82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2C1D77-6836-0C95-326E-A8564FD4C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1D09B-E459-D5C2-7847-1DF67FFEE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81F5A-71F7-8A48-BCB5-6B3FD6DF82AD}" type="datetimeFigureOut">
              <a:rPr lang="en-DE" smtClean="0"/>
              <a:t>28.02.23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D44BA-B211-D417-80BD-F30C6832B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ADBF2-5653-9350-9687-B751FA45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84962-79F0-4447-AE04-EB4DC888FB4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42129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9891D-49DD-3661-865F-405A7061E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624CE6-C23F-ACB8-B196-3ED50B997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9D2A5-241B-F712-3271-C8D91C54E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81F5A-71F7-8A48-BCB5-6B3FD6DF82AD}" type="datetimeFigureOut">
              <a:rPr lang="en-DE" smtClean="0"/>
              <a:t>28.02.23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1B427-CC51-265A-5BC5-34AF7556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60583-6629-6957-96EB-D0CB48265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84962-79F0-4447-AE04-EB4DC888FB4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10234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D33421-B607-0ED9-3AF4-189D9A0F4E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38372F-6F79-BAA8-4176-D368170F7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9E880-4008-C8FF-B9F8-801E9481D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81F5A-71F7-8A48-BCB5-6B3FD6DF82AD}" type="datetimeFigureOut">
              <a:rPr lang="en-DE" smtClean="0"/>
              <a:t>28.02.23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FFC11-2F04-97FA-BA54-E3940ABCA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23891-3268-0765-CE33-A7D9A229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84962-79F0-4447-AE04-EB4DC888FB4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5863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173C53-CB6E-28AF-C0A6-1B23CC8B7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D5F4F-4BAE-E59A-DC81-90FD67EF7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B6B80-9545-EE50-DB44-8F8FE78B29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81F5A-71F7-8A48-BCB5-6B3FD6DF82AD}" type="datetimeFigureOut">
              <a:rPr lang="en-DE" smtClean="0"/>
              <a:t>28.02.23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0044B-86E1-F04F-0247-CBAD43EA9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4F212-F29F-9C97-E538-8ED0AD7BB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84962-79F0-4447-AE04-EB4DC888FB4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00186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557107-5979-8222-9C52-9C2FF346B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1073150"/>
            <a:ext cx="4064000" cy="47117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E2FF0AE-430F-8AD6-ADB0-8D1612F2DAD9}"/>
              </a:ext>
            </a:extLst>
          </p:cNvPr>
          <p:cNvSpPr/>
          <p:nvPr/>
        </p:nvSpPr>
        <p:spPr>
          <a:xfrm>
            <a:off x="4959626" y="1212575"/>
            <a:ext cx="805070" cy="419431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9498CF-0093-F0F0-5954-47E995C7FD62}"/>
              </a:ext>
            </a:extLst>
          </p:cNvPr>
          <p:cNvSpPr/>
          <p:nvPr/>
        </p:nvSpPr>
        <p:spPr>
          <a:xfrm>
            <a:off x="5864087" y="5327373"/>
            <a:ext cx="593036" cy="35781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E90B10-1737-5AFB-1A7C-05C1944D6E1F}"/>
              </a:ext>
            </a:extLst>
          </p:cNvPr>
          <p:cNvSpPr/>
          <p:nvPr/>
        </p:nvSpPr>
        <p:spPr>
          <a:xfrm>
            <a:off x="4613413" y="5347528"/>
            <a:ext cx="246822" cy="4174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71972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13109-04A7-03B0-F5BB-5B36D4C16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712E8-5FE8-854B-8CD9-E62F5202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3248B7-96CF-EDB7-F566-9FE32E14E4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23"/>
          <a:stretch/>
        </p:blipFill>
        <p:spPr>
          <a:xfrm>
            <a:off x="2289314" y="1928887"/>
            <a:ext cx="7692886" cy="30002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F632E0-B5DA-F811-900A-244F3B426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314" y="1967477"/>
            <a:ext cx="2521226" cy="292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554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244C79-CA4C-1385-BD2A-ACFB635CA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528" y="643468"/>
            <a:ext cx="5067640" cy="3471332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0B4EFC-AE36-EC32-8BB1-7C419C8CD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654157"/>
            <a:ext cx="7772400" cy="3549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C8CB15-0687-4D2C-3C49-9E9AFE894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177963"/>
            <a:ext cx="7772400" cy="250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296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1290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Eisenreich Sandra</dc:creator>
  <cp:lastModifiedBy>Eisenreich Sandra</cp:lastModifiedBy>
  <cp:revision>1</cp:revision>
  <dcterms:created xsi:type="dcterms:W3CDTF">2023-02-28T11:44:23Z</dcterms:created>
  <dcterms:modified xsi:type="dcterms:W3CDTF">2023-03-01T09:14:33Z</dcterms:modified>
</cp:coreProperties>
</file>