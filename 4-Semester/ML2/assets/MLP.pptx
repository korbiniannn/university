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11"/>
  </p:normalViewPr>
  <p:slideViewPr>
    <p:cSldViewPr snapToGrid="0">
      <p:cViewPr varScale="1">
        <p:scale>
          <a:sx n="127" d="100"/>
          <a:sy n="127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3153-27DF-19D8-AC48-6E6ABDFB6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44129-86FB-4F45-2782-CEE9344DF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0550D-D3B3-FF47-3A1E-4EDDBB2CC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5C7D6-7E95-EA06-D5E8-31063668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74E2B-69F0-60F4-6FA9-CA714C36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4781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3D47F-5467-D6C4-5864-BD0A2D76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92189-A7C4-773C-EE78-A3BA863E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B75AD-281F-19A1-C306-8AB4BFA2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ABCEA-0C38-3360-BDE6-F16477AA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C6F45-1E31-5F00-F6D6-0B5B75C06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8877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6AF3F-8250-503D-DB04-AED4E721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AEE6C-EE27-74FE-7871-2AE01BE4F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A20CE-BDEB-40A0-047F-DF43F05B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93805-6430-306C-22A7-E397600C8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C95F4-7899-1507-B520-7FD793A07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1589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2C3BF-C1B2-7763-02A7-50AEA4CB3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AB17-6AD2-29B5-EDA0-B27A017A7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EDEED-8056-4F0E-26A0-845A89F7F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1F8F7-7C44-594C-93ED-80E32DC47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98224-65CC-CD2E-D428-24AF945C6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0C1B2-9523-F650-78A2-BA555F04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6972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A4FE8-7FC0-05A6-0D22-1D3D01E3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B404B-2E75-6E75-BA6B-71FD64AC5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7EB7F-4EC5-6AE8-9ADC-B6D9CF2C4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BDEE5-E268-473B-CAA5-78452E0C0D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2298E-3F87-47E4-927E-AEEAEF199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206D1C-C7D6-2F47-7F36-21FA9423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6CC45-9295-0E0B-CFDF-DEF8D746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24CD1B-8F41-F3FE-96A2-8CC70B90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2056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CAAA-7A59-D526-699F-186F84EC2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1FF85-9FBB-7870-E40A-70217AB5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7E92B-0D7B-6564-BC99-ED0464DD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3A3D5-66C8-CBA0-C7BF-086D2099F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7209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8AB72-0926-CB64-F73E-48A9E2D58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76835F-0784-C9EC-189B-8DB1AE65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E39ED-BAE3-3510-BAF7-E99EC9EB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5388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544A-B498-9A9D-47FB-D40BB98B4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D9F76-2E03-D03C-643A-21DC554CB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AC8BE-FB6A-C71C-A473-9ED42ED1E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0B27-0B37-401A-45A9-40F444A4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22F53-6B7B-FC2B-C181-295C0097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1F400-FFCC-4E86-061F-578C2635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591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68B48-468A-1F5B-5C1F-AC4B7FEE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900A8-8324-6C98-822B-1B377B9730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80602-0B00-9BDC-BD1B-C36F07474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64520-DDF6-2C60-C14D-82D985854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9684F-06F9-AD05-F93A-C1283CEC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953F6-F93C-77FC-77EA-297E6629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486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5ED6-3D40-256A-A1FA-60C20B4D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B97BB-58B3-1945-AC09-1691D0048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147B7-6CF2-7739-5B3B-8AE38942B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26B61-13A4-2B16-069F-626DB42F6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981A7-7B94-B3AB-7439-113D7F9A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935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25D7C-A21C-F0EF-32C7-F056C8A8E6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F3E97-B819-281D-9B0C-020A48BB7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C253E-B77E-B336-AB77-8FB2C834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08CBE-D207-F72E-ADD6-1A8A3C017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4F991-D8DF-B6DA-B1CB-31B8CDE8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065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57CDF9-B033-41A9-9EE9-6A22109FD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66AA9-35CE-0CC1-0BC4-9FE75E53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DB69-F493-68ED-42EB-4B558766C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9AC16-AA1A-3F4E-812B-D146AA484C28}" type="datetimeFigureOut">
              <a:rPr lang="en-DE" smtClean="0"/>
              <a:t>01.03.23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C2270-7A85-FD4E-3D68-C8631DDFA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EACD9-4239-3D11-3FF2-3E6B6BBBE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EF295-6033-B14A-AC03-DA04E554191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933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32B132-21EE-0848-C48B-7043C8788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B4FE7-A0EA-FA66-1034-3587C11F97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080" r="-2080"/>
          <a:stretch/>
        </p:blipFill>
        <p:spPr>
          <a:xfrm>
            <a:off x="3527268" y="3700631"/>
            <a:ext cx="5275688" cy="28239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F4E13D-DA22-D9D8-E00B-E3C27BC70FD3}"/>
              </a:ext>
            </a:extLst>
          </p:cNvPr>
          <p:cNvSpPr txBox="1"/>
          <p:nvPr/>
        </p:nvSpPr>
        <p:spPr>
          <a:xfrm>
            <a:off x="4518990" y="4691270"/>
            <a:ext cx="59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GB" baseline="30000" dirty="0"/>
              <a:t>0</a:t>
            </a:r>
            <a:r>
              <a:rPr lang="en-DE" baseline="-25000" dirty="0"/>
              <a:t>1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529AA-C55A-407C-DFF2-A844396222D9}"/>
              </a:ext>
            </a:extLst>
          </p:cNvPr>
          <p:cNvSpPr txBox="1"/>
          <p:nvPr/>
        </p:nvSpPr>
        <p:spPr>
          <a:xfrm>
            <a:off x="4518989" y="5240800"/>
            <a:ext cx="59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GB" baseline="30000" dirty="0"/>
              <a:t>0</a:t>
            </a:r>
            <a:r>
              <a:rPr lang="en-DE" baseline="-25000" dirty="0"/>
              <a:t>2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EC3AE-8728-558F-9776-61C3902BC188}"/>
              </a:ext>
            </a:extLst>
          </p:cNvPr>
          <p:cNvSpPr txBox="1"/>
          <p:nvPr/>
        </p:nvSpPr>
        <p:spPr>
          <a:xfrm>
            <a:off x="4518989" y="5839995"/>
            <a:ext cx="59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GB" baseline="30000" dirty="0"/>
              <a:t>0</a:t>
            </a:r>
            <a:r>
              <a:rPr lang="en-DE" baseline="-25000" dirty="0"/>
              <a:t>3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443F79-77B5-9DAB-6399-AC362EA47300}"/>
              </a:ext>
            </a:extLst>
          </p:cNvPr>
          <p:cNvSpPr txBox="1"/>
          <p:nvPr/>
        </p:nvSpPr>
        <p:spPr>
          <a:xfrm>
            <a:off x="4167098" y="4312227"/>
            <a:ext cx="120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  <a:r>
              <a:rPr lang="en-GB" baseline="30000" dirty="0"/>
              <a:t>0</a:t>
            </a:r>
            <a:r>
              <a:rPr lang="en-DE" baseline="-25000" dirty="0"/>
              <a:t>1, </a:t>
            </a:r>
            <a:r>
              <a:rPr lang="en-GB" dirty="0"/>
              <a:t>b</a:t>
            </a:r>
            <a:r>
              <a:rPr lang="en-GB" baseline="30000" dirty="0"/>
              <a:t>0</a:t>
            </a:r>
            <a:r>
              <a:rPr lang="en-DE" baseline="-25000" dirty="0"/>
              <a:t>2, </a:t>
            </a:r>
            <a:r>
              <a:rPr lang="en-GB" dirty="0"/>
              <a:t>b</a:t>
            </a:r>
            <a:r>
              <a:rPr lang="en-GB" baseline="30000" dirty="0"/>
              <a:t>0</a:t>
            </a:r>
            <a:r>
              <a:rPr lang="en-DE" baseline="-25000" dirty="0"/>
              <a:t>3</a:t>
            </a:r>
            <a:endParaRPr lang="en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6EE5A1-A8D8-55ED-2FF1-BDC462D16273}"/>
              </a:ext>
            </a:extLst>
          </p:cNvPr>
          <p:cNvSpPr txBox="1"/>
          <p:nvPr/>
        </p:nvSpPr>
        <p:spPr>
          <a:xfrm>
            <a:off x="7126891" y="4691270"/>
            <a:ext cx="59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GB" baseline="30000" dirty="0"/>
              <a:t>1</a:t>
            </a:r>
            <a:r>
              <a:rPr lang="en-DE" baseline="-25000" dirty="0"/>
              <a:t>1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D238C-84E3-B84D-715C-E88538F8105B}"/>
              </a:ext>
            </a:extLst>
          </p:cNvPr>
          <p:cNvSpPr txBox="1"/>
          <p:nvPr/>
        </p:nvSpPr>
        <p:spPr>
          <a:xfrm>
            <a:off x="7126890" y="5240800"/>
            <a:ext cx="59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GB" baseline="30000" dirty="0"/>
              <a:t>1</a:t>
            </a:r>
            <a:r>
              <a:rPr lang="en-DE" baseline="-25000" dirty="0"/>
              <a:t>2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34ED8-44C1-3EEB-9A26-C40C1350CA24}"/>
              </a:ext>
            </a:extLst>
          </p:cNvPr>
          <p:cNvSpPr txBox="1"/>
          <p:nvPr/>
        </p:nvSpPr>
        <p:spPr>
          <a:xfrm>
            <a:off x="7126890" y="5839995"/>
            <a:ext cx="596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GB" baseline="30000" dirty="0"/>
              <a:t>1</a:t>
            </a:r>
            <a:r>
              <a:rPr lang="en-DE" baseline="-25000" dirty="0"/>
              <a:t>3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F30D4-2F3E-E89F-1BB5-F8035C9AC0BE}"/>
              </a:ext>
            </a:extLst>
          </p:cNvPr>
          <p:cNvSpPr txBox="1"/>
          <p:nvPr/>
        </p:nvSpPr>
        <p:spPr>
          <a:xfrm>
            <a:off x="7073174" y="4326406"/>
            <a:ext cx="1209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</a:t>
            </a:r>
            <a:r>
              <a:rPr lang="en-GB" baseline="30000" dirty="0"/>
              <a:t>1</a:t>
            </a:r>
            <a:r>
              <a:rPr lang="en-DE" baseline="-25000" dirty="0"/>
              <a:t>1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3689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15860</TotalTime>
  <Words>22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1</cp:revision>
  <dcterms:created xsi:type="dcterms:W3CDTF">2023-03-01T09:28:04Z</dcterms:created>
  <dcterms:modified xsi:type="dcterms:W3CDTF">2023-03-12T09:48:47Z</dcterms:modified>
</cp:coreProperties>
</file>