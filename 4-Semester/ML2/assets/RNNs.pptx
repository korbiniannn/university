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440"/>
    <a:srgbClr val="02B5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95"/>
    <p:restoredTop sz="96327"/>
  </p:normalViewPr>
  <p:slideViewPr>
    <p:cSldViewPr snapToGrid="0">
      <p:cViewPr varScale="1">
        <p:scale>
          <a:sx n="128" d="100"/>
          <a:sy n="128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EBA04-4927-55DD-70ED-AFE6AF3C1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947A7-538F-FB4C-69EC-F02DD9766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C2E89-46F2-BE0D-B725-C260DADC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0A13A-A2BB-E830-8A32-3931DF07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79D23-128D-A56A-6F19-EA1110587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23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C82-8D32-0969-0400-931CE778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4B67-BD22-A10E-FCDC-53F9F68D2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90645-E149-56ED-2CC6-B257772E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FCFD4-4837-A74D-2D18-80B5FE7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D065C-7B80-9BC7-E9A3-BA2CAFB7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858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C2C8-E0B4-CC42-A154-E2D92DC2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8B04B-0236-0842-92A0-C9FDDFBD3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38A87-C30D-9042-DEC6-75452637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F8D53-5EEC-6B2E-0957-474B3FF5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9A320-2110-CCE2-923B-831676E1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69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D179-EE1E-84A9-97CB-F9000437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306C7-21E7-4B67-C9A2-031DE8A0F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65AD2-BB13-D83B-EBAA-BE596C979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637D7-FDCC-DFE9-E75F-F9C1FABB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A2C1A-1ECC-17EF-9935-48B494BF8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9CAD6-E4CA-D5F6-DFF5-A1AA46D4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800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38D2-3CF9-D9A0-9A8C-3D79A8C00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ADBA7-5B70-A8A8-F6F7-74769150C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90FCE-29A0-DF32-5768-B237A5C09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0B9888-5BF9-72E7-EEBC-08411D1BF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A4B52-C8CD-BB46-10B4-8A84918FFD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DBCC6-EDEA-A02E-597D-1AF8CEBB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1EEDEA-2583-E458-C925-998177EC4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529A30-C616-9877-1704-AADCA4E9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583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8525-EAFF-7916-1EE0-00DD4959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AB73-2DDC-B675-05B1-1CF515DC1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66450-6ED6-FEF4-5FBD-BDE49B88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C5B37-2044-7FCF-5809-BA5CA393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345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139C-13D8-C1FB-244F-C4B062F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B9C43-235F-D17C-DBA8-DBB9164C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F67EC-78FD-470E-0F24-CEF04DD9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082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B222-7DCD-8615-D372-07F24B3F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74D5-13B4-77D4-5C6A-0E0A05719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F9968-8BF5-B60E-E875-071900A87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7DA28-089E-6A8C-7481-4F85F5D6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6BE33-D5DD-A826-B081-051AB27E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42874-35FF-60F1-91AD-00D9D174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296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F414-B885-4C63-9694-432B8C0C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E4B39-6ABE-79AD-AB85-0183892EF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82A67-9FFE-1FBF-9EB6-665BC07B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1360E-B888-F893-6C44-77499736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8011D-055E-45BB-ED42-D942B61B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0D28E-863E-4519-FDB4-804CFDE0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646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DFB0F-D429-78AF-1B7E-4A6D772A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6DD03-6FEF-0B9B-655A-9808A342D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F1889-416C-A552-F009-5F0BAE1A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11FF7-51D2-8DF0-F863-19F698A3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7310E-49AC-6B13-0C69-EC6A7386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67465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F75F7-49E1-A771-15DD-FC7049EFA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7F8973-F119-ECBB-A419-E77FAEAF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D026D-5702-896E-5620-43749962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4B344-F829-6365-D6BD-9DB08CDED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D98B9-2A09-1D4E-3D9E-D0F0DDBDC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5916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F2B814-367E-8123-6948-F047884B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F1D72-D13D-8713-D0D1-1331F43B0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C367F-3043-3CAE-C961-40BCC5CEE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317B5-A2DC-E549-BCB2-EFD8E940AFD0}" type="datetimeFigureOut">
              <a:rPr lang="en-DE" smtClean="0"/>
              <a:t>26.02.23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3311C-CD88-88F8-1E39-F95CD8DFB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1B301-D156-6E35-C061-B79F4D016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F51C0-1E11-8F44-9B01-D2B660ECE80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492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3905A8-61A1-2F29-DFC3-218F81884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49477"/>
            <a:ext cx="5294716" cy="195904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4260F0D-1BBC-2D62-01A9-E4E28900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297255"/>
            <a:ext cx="5294715" cy="2263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4CCDD9-F71F-AAD9-CDE0-E8CBC78BCFA3}"/>
              </a:ext>
            </a:extLst>
          </p:cNvPr>
          <p:cNvSpPr txBox="1"/>
          <p:nvPr/>
        </p:nvSpPr>
        <p:spPr>
          <a:xfrm>
            <a:off x="1851660" y="3290498"/>
            <a:ext cx="21717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dirty="0" err="1"/>
              <a:t>h</a:t>
            </a:r>
            <a:r>
              <a:rPr lang="en-GB" baseline="-25000" dirty="0" err="1"/>
              <a:t>t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6DDAF-CBAC-298C-849C-A556B0BAFB07}"/>
              </a:ext>
            </a:extLst>
          </p:cNvPr>
          <p:cNvSpPr txBox="1"/>
          <p:nvPr/>
        </p:nvSpPr>
        <p:spPr>
          <a:xfrm>
            <a:off x="4669174" y="3263825"/>
            <a:ext cx="38288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dirty="0"/>
              <a:t>h</a:t>
            </a:r>
            <a:r>
              <a:rPr lang="en-GB" baseline="-25000" dirty="0"/>
              <a:t>t+3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7209B-31B8-F096-0198-BAB399DBE970}"/>
              </a:ext>
            </a:extLst>
          </p:cNvPr>
          <p:cNvSpPr txBox="1"/>
          <p:nvPr/>
        </p:nvSpPr>
        <p:spPr>
          <a:xfrm>
            <a:off x="3714471" y="3263825"/>
            <a:ext cx="38288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dirty="0"/>
              <a:t>h</a:t>
            </a:r>
            <a:r>
              <a:rPr lang="en-GB" baseline="-25000" dirty="0"/>
              <a:t>t+2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8F4C7-010C-B944-514D-52125DDC8FE0}"/>
              </a:ext>
            </a:extLst>
          </p:cNvPr>
          <p:cNvSpPr txBox="1"/>
          <p:nvPr/>
        </p:nvSpPr>
        <p:spPr>
          <a:xfrm>
            <a:off x="2719816" y="3263825"/>
            <a:ext cx="382886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dirty="0"/>
              <a:t>h</a:t>
            </a:r>
            <a:r>
              <a:rPr lang="en-GB" baseline="-25000" dirty="0"/>
              <a:t>t+1</a:t>
            </a:r>
            <a:endParaRPr lang="en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43622-534D-61B9-3A8E-E5486663A3B3}"/>
              </a:ext>
            </a:extLst>
          </p:cNvPr>
          <p:cNvSpPr txBox="1"/>
          <p:nvPr/>
        </p:nvSpPr>
        <p:spPr>
          <a:xfrm>
            <a:off x="4533096" y="3872608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C00000"/>
                </a:solidFill>
              </a:rPr>
              <a:t>W</a:t>
            </a:r>
            <a:r>
              <a:rPr lang="en-GB" sz="1100" baseline="-25000" dirty="0" err="1">
                <a:solidFill>
                  <a:srgbClr val="C00000"/>
                </a:solidFill>
              </a:rPr>
              <a:t>xh</a:t>
            </a:r>
            <a:endParaRPr lang="en-DE" sz="1100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2C640C-0126-FC47-3404-70033FA183E6}"/>
              </a:ext>
            </a:extLst>
          </p:cNvPr>
          <p:cNvSpPr txBox="1"/>
          <p:nvPr/>
        </p:nvSpPr>
        <p:spPr>
          <a:xfrm>
            <a:off x="1776686" y="3878280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C00000"/>
                </a:solidFill>
              </a:rPr>
              <a:t>W</a:t>
            </a:r>
            <a:r>
              <a:rPr lang="en-GB" sz="1100" baseline="-25000" dirty="0" err="1">
                <a:solidFill>
                  <a:srgbClr val="C00000"/>
                </a:solidFill>
              </a:rPr>
              <a:t>xh</a:t>
            </a:r>
            <a:endParaRPr lang="en-DE" sz="1100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07F8C-8A9A-23F9-E37D-115B3E756608}"/>
              </a:ext>
            </a:extLst>
          </p:cNvPr>
          <p:cNvSpPr txBox="1"/>
          <p:nvPr/>
        </p:nvSpPr>
        <p:spPr>
          <a:xfrm>
            <a:off x="2651199" y="3872607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C00000"/>
                </a:solidFill>
              </a:rPr>
              <a:t>W</a:t>
            </a:r>
            <a:r>
              <a:rPr lang="en-GB" sz="1100" baseline="-25000" dirty="0" err="1">
                <a:solidFill>
                  <a:srgbClr val="C00000"/>
                </a:solidFill>
              </a:rPr>
              <a:t>xh</a:t>
            </a:r>
            <a:endParaRPr lang="en-DE" sz="1100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BB819C-3332-0CFC-AD03-5F9BD6CBCFE4}"/>
              </a:ext>
            </a:extLst>
          </p:cNvPr>
          <p:cNvSpPr txBox="1"/>
          <p:nvPr/>
        </p:nvSpPr>
        <p:spPr>
          <a:xfrm>
            <a:off x="3600310" y="3877752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C00000"/>
                </a:solidFill>
              </a:rPr>
              <a:t>W</a:t>
            </a:r>
            <a:r>
              <a:rPr lang="en-GB" sz="1100" baseline="-25000" dirty="0" err="1">
                <a:solidFill>
                  <a:srgbClr val="C00000"/>
                </a:solidFill>
              </a:rPr>
              <a:t>xh</a:t>
            </a:r>
            <a:endParaRPr lang="en-DE" sz="1100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17F88-77F3-1B7F-3A4D-0779B602C051}"/>
              </a:ext>
            </a:extLst>
          </p:cNvPr>
          <p:cNvSpPr txBox="1"/>
          <p:nvPr/>
        </p:nvSpPr>
        <p:spPr>
          <a:xfrm>
            <a:off x="2295745" y="3205859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02B5F7"/>
                </a:solidFill>
              </a:rPr>
              <a:t>W</a:t>
            </a:r>
            <a:r>
              <a:rPr lang="en-GB" sz="1100" baseline="-25000" dirty="0" err="1">
                <a:solidFill>
                  <a:srgbClr val="02B5F7"/>
                </a:solidFill>
              </a:rPr>
              <a:t>hh</a:t>
            </a:r>
            <a:endParaRPr lang="en-DE" sz="1100" dirty="0">
              <a:solidFill>
                <a:srgbClr val="02B5F7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5B316D-A79E-B9CC-A852-3493EF2875E1}"/>
              </a:ext>
            </a:extLst>
          </p:cNvPr>
          <p:cNvSpPr txBox="1"/>
          <p:nvPr/>
        </p:nvSpPr>
        <p:spPr>
          <a:xfrm>
            <a:off x="1824169" y="2881191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>
                <a:solidFill>
                  <a:srgbClr val="06B440"/>
                </a:solidFill>
              </a:rPr>
              <a:t>W</a:t>
            </a:r>
            <a:r>
              <a:rPr lang="en-GB" sz="1100" baseline="-25000" dirty="0">
                <a:solidFill>
                  <a:srgbClr val="06B440"/>
                </a:solidFill>
              </a:rPr>
              <a:t>hy</a:t>
            </a:r>
            <a:endParaRPr lang="en-DE" sz="1100" dirty="0">
              <a:solidFill>
                <a:srgbClr val="06B44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A3144B-3724-4502-FE43-3C65545366CB}"/>
              </a:ext>
            </a:extLst>
          </p:cNvPr>
          <p:cNvSpPr txBox="1"/>
          <p:nvPr/>
        </p:nvSpPr>
        <p:spPr>
          <a:xfrm>
            <a:off x="3290400" y="3179185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02B5F7"/>
                </a:solidFill>
              </a:rPr>
              <a:t>W</a:t>
            </a:r>
            <a:r>
              <a:rPr lang="en-GB" sz="1100" baseline="-25000" dirty="0" err="1">
                <a:solidFill>
                  <a:srgbClr val="02B5F7"/>
                </a:solidFill>
              </a:rPr>
              <a:t>hh</a:t>
            </a:r>
            <a:endParaRPr lang="en-DE" sz="1100" dirty="0">
              <a:solidFill>
                <a:srgbClr val="02B5F7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8EDB0-B394-2647-60B8-37E2E74519AE}"/>
              </a:ext>
            </a:extLst>
          </p:cNvPr>
          <p:cNvSpPr txBox="1"/>
          <p:nvPr/>
        </p:nvSpPr>
        <p:spPr>
          <a:xfrm>
            <a:off x="4208942" y="3179186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02B5F7"/>
                </a:solidFill>
              </a:rPr>
              <a:t>W</a:t>
            </a:r>
            <a:r>
              <a:rPr lang="en-GB" sz="1100" baseline="-25000" dirty="0" err="1">
                <a:solidFill>
                  <a:srgbClr val="02B5F7"/>
                </a:solidFill>
              </a:rPr>
              <a:t>hh</a:t>
            </a:r>
            <a:endParaRPr lang="en-DE" sz="1100" dirty="0">
              <a:solidFill>
                <a:srgbClr val="02B5F7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098CF0-2727-C5E7-D3B1-D7F7F8E1D387}"/>
              </a:ext>
            </a:extLst>
          </p:cNvPr>
          <p:cNvSpPr txBox="1"/>
          <p:nvPr/>
        </p:nvSpPr>
        <p:spPr>
          <a:xfrm>
            <a:off x="5170711" y="3179186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02B5F7"/>
                </a:solidFill>
              </a:rPr>
              <a:t>W</a:t>
            </a:r>
            <a:r>
              <a:rPr lang="en-GB" sz="1100" baseline="-25000" dirty="0" err="1">
                <a:solidFill>
                  <a:srgbClr val="02B5F7"/>
                </a:solidFill>
              </a:rPr>
              <a:t>hh</a:t>
            </a:r>
            <a:endParaRPr lang="en-DE" sz="1100" dirty="0">
              <a:solidFill>
                <a:srgbClr val="02B5F7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DFEFED-D9A5-87F2-6A5F-6C376C0F8B2E}"/>
              </a:ext>
            </a:extLst>
          </p:cNvPr>
          <p:cNvSpPr txBox="1"/>
          <p:nvPr/>
        </p:nvSpPr>
        <p:spPr>
          <a:xfrm>
            <a:off x="1405651" y="3205859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>
                <a:solidFill>
                  <a:srgbClr val="02B5F7"/>
                </a:solidFill>
              </a:rPr>
              <a:t>W</a:t>
            </a:r>
            <a:r>
              <a:rPr lang="en-GB" sz="1100" baseline="-25000" dirty="0" err="1">
                <a:solidFill>
                  <a:srgbClr val="02B5F7"/>
                </a:solidFill>
              </a:rPr>
              <a:t>hh</a:t>
            </a:r>
            <a:endParaRPr lang="en-DE" sz="1100" dirty="0">
              <a:solidFill>
                <a:srgbClr val="02B5F7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D3C657-D762-228D-C597-35715774DD91}"/>
              </a:ext>
            </a:extLst>
          </p:cNvPr>
          <p:cNvSpPr txBox="1"/>
          <p:nvPr/>
        </p:nvSpPr>
        <p:spPr>
          <a:xfrm>
            <a:off x="2628743" y="2883659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>
                <a:solidFill>
                  <a:srgbClr val="06B440"/>
                </a:solidFill>
              </a:rPr>
              <a:t>W</a:t>
            </a:r>
            <a:r>
              <a:rPr lang="en-GB" sz="1100" baseline="-25000" dirty="0">
                <a:solidFill>
                  <a:srgbClr val="06B440"/>
                </a:solidFill>
              </a:rPr>
              <a:t>hy</a:t>
            </a:r>
            <a:endParaRPr lang="en-DE" sz="1100" dirty="0">
              <a:solidFill>
                <a:srgbClr val="06B44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4F7D25-9769-8670-1D06-3ABD3A0FAAC1}"/>
              </a:ext>
            </a:extLst>
          </p:cNvPr>
          <p:cNvSpPr txBox="1"/>
          <p:nvPr/>
        </p:nvSpPr>
        <p:spPr>
          <a:xfrm>
            <a:off x="3593468" y="2881191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>
                <a:solidFill>
                  <a:srgbClr val="06B440"/>
                </a:solidFill>
              </a:rPr>
              <a:t>W</a:t>
            </a:r>
            <a:r>
              <a:rPr lang="en-GB" sz="1100" baseline="-25000" dirty="0">
                <a:solidFill>
                  <a:srgbClr val="06B440"/>
                </a:solidFill>
              </a:rPr>
              <a:t>hy</a:t>
            </a:r>
            <a:endParaRPr lang="en-DE" sz="1100" dirty="0">
              <a:solidFill>
                <a:srgbClr val="06B44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CF5B68-15C4-43FF-EFBA-FA7DE1E67467}"/>
              </a:ext>
            </a:extLst>
          </p:cNvPr>
          <p:cNvSpPr txBox="1"/>
          <p:nvPr/>
        </p:nvSpPr>
        <p:spPr>
          <a:xfrm>
            <a:off x="4533097" y="2881191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>
                <a:solidFill>
                  <a:srgbClr val="06B440"/>
                </a:solidFill>
              </a:rPr>
              <a:t>W</a:t>
            </a:r>
            <a:r>
              <a:rPr lang="en-GB" sz="1100" baseline="-25000" dirty="0">
                <a:solidFill>
                  <a:srgbClr val="06B440"/>
                </a:solidFill>
              </a:rPr>
              <a:t>hy</a:t>
            </a:r>
            <a:endParaRPr lang="en-DE" sz="1100" dirty="0">
              <a:solidFill>
                <a:srgbClr val="06B44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6998D0-B25A-195F-4012-BFDEDC2A195C}"/>
              </a:ext>
            </a:extLst>
          </p:cNvPr>
          <p:cNvSpPr txBox="1"/>
          <p:nvPr/>
        </p:nvSpPr>
        <p:spPr>
          <a:xfrm>
            <a:off x="6687462" y="3872606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xh</a:t>
            </a:r>
            <a:endParaRPr lang="en-DE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647CF3-3841-EC14-4D31-F49B6CBE81A5}"/>
              </a:ext>
            </a:extLst>
          </p:cNvPr>
          <p:cNvSpPr txBox="1"/>
          <p:nvPr/>
        </p:nvSpPr>
        <p:spPr>
          <a:xfrm>
            <a:off x="6420895" y="3263823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hh</a:t>
            </a:r>
            <a:endParaRPr lang="en-DE" sz="11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3735C1-9941-F6A9-07A8-6E6D7A210EAE}"/>
              </a:ext>
            </a:extLst>
          </p:cNvPr>
          <p:cNvSpPr txBox="1"/>
          <p:nvPr/>
        </p:nvSpPr>
        <p:spPr>
          <a:xfrm>
            <a:off x="6672145" y="2965829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/>
              <a:t>W</a:t>
            </a:r>
            <a:r>
              <a:rPr lang="en-GB" sz="1100" baseline="-25000" dirty="0"/>
              <a:t>hy</a:t>
            </a:r>
            <a:endParaRPr lang="en-DE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E53F7D-BCC6-DB0C-59C2-8FFDAB8E7DF2}"/>
              </a:ext>
            </a:extLst>
          </p:cNvPr>
          <p:cNvSpPr txBox="1"/>
          <p:nvPr/>
        </p:nvSpPr>
        <p:spPr>
          <a:xfrm>
            <a:off x="7516403" y="3872606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xh</a:t>
            </a:r>
            <a:endParaRPr lang="en-DE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AAC39F-BB6D-00BE-FBDE-3B463A91767B}"/>
              </a:ext>
            </a:extLst>
          </p:cNvPr>
          <p:cNvSpPr txBox="1"/>
          <p:nvPr/>
        </p:nvSpPr>
        <p:spPr>
          <a:xfrm>
            <a:off x="7249836" y="3263823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hh</a:t>
            </a:r>
            <a:endParaRPr lang="en-DE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F5671D-861E-D559-9D68-5915F1D4A5D8}"/>
              </a:ext>
            </a:extLst>
          </p:cNvPr>
          <p:cNvSpPr txBox="1"/>
          <p:nvPr/>
        </p:nvSpPr>
        <p:spPr>
          <a:xfrm>
            <a:off x="7501086" y="2965829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/>
              <a:t>W</a:t>
            </a:r>
            <a:r>
              <a:rPr lang="en-GB" sz="1100" baseline="-25000" dirty="0"/>
              <a:t>hy</a:t>
            </a:r>
            <a:endParaRPr lang="en-DE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A676D3-B322-ED8D-4C49-8952D56E2FBF}"/>
              </a:ext>
            </a:extLst>
          </p:cNvPr>
          <p:cNvSpPr txBox="1"/>
          <p:nvPr/>
        </p:nvSpPr>
        <p:spPr>
          <a:xfrm>
            <a:off x="8345344" y="3872606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xh</a:t>
            </a:r>
            <a:endParaRPr lang="en-DE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6F282B-1AC1-5E93-EEB0-A0F1E65018E6}"/>
              </a:ext>
            </a:extLst>
          </p:cNvPr>
          <p:cNvSpPr txBox="1"/>
          <p:nvPr/>
        </p:nvSpPr>
        <p:spPr>
          <a:xfrm>
            <a:off x="8078777" y="3263823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hh</a:t>
            </a:r>
            <a:endParaRPr lang="en-DE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722296-A778-CFD6-2413-9B5B949C47F0}"/>
              </a:ext>
            </a:extLst>
          </p:cNvPr>
          <p:cNvSpPr txBox="1"/>
          <p:nvPr/>
        </p:nvSpPr>
        <p:spPr>
          <a:xfrm>
            <a:off x="8330027" y="2965829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/>
              <a:t>W</a:t>
            </a:r>
            <a:r>
              <a:rPr lang="en-GB" sz="1100" baseline="-25000" dirty="0"/>
              <a:t>hy</a:t>
            </a:r>
            <a:endParaRPr lang="en-DE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08548D-72E1-A377-5954-7E3E06B7941D}"/>
              </a:ext>
            </a:extLst>
          </p:cNvPr>
          <p:cNvSpPr txBox="1"/>
          <p:nvPr/>
        </p:nvSpPr>
        <p:spPr>
          <a:xfrm>
            <a:off x="6835365" y="3375136"/>
            <a:ext cx="272151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400" dirty="0" err="1"/>
              <a:t>h</a:t>
            </a:r>
            <a:r>
              <a:rPr lang="en-GB" sz="1400" baseline="-25000" dirty="0" err="1"/>
              <a:t>t</a:t>
            </a:r>
            <a:endParaRPr lang="en-DE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10B9F9-2E70-2250-73FA-ECB428F43085}"/>
              </a:ext>
            </a:extLst>
          </p:cNvPr>
          <p:cNvSpPr txBox="1"/>
          <p:nvPr/>
        </p:nvSpPr>
        <p:spPr>
          <a:xfrm>
            <a:off x="7640170" y="3376172"/>
            <a:ext cx="35882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400" dirty="0"/>
              <a:t>h</a:t>
            </a:r>
            <a:r>
              <a:rPr lang="en-GB" sz="1400" baseline="-25000" dirty="0"/>
              <a:t>t+1</a:t>
            </a:r>
            <a:endParaRPr lang="en-DE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C2D3B4-AA75-8953-86A0-6BF47E3A0FB6}"/>
              </a:ext>
            </a:extLst>
          </p:cNvPr>
          <p:cNvSpPr txBox="1"/>
          <p:nvPr/>
        </p:nvSpPr>
        <p:spPr>
          <a:xfrm>
            <a:off x="8466102" y="3375136"/>
            <a:ext cx="358829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400" dirty="0"/>
              <a:t>h</a:t>
            </a:r>
            <a:r>
              <a:rPr lang="en-GB" sz="1400" baseline="-25000" dirty="0"/>
              <a:t>t+2</a:t>
            </a:r>
            <a:endParaRPr lang="en-DE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90ABE-6085-4887-0F54-1357BB027BD6}"/>
              </a:ext>
            </a:extLst>
          </p:cNvPr>
          <p:cNvSpPr txBox="1"/>
          <p:nvPr/>
        </p:nvSpPr>
        <p:spPr>
          <a:xfrm>
            <a:off x="10340340" y="3382223"/>
            <a:ext cx="272151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400" dirty="0" err="1"/>
              <a:t>h</a:t>
            </a:r>
            <a:r>
              <a:rPr lang="en-GB" sz="1400" baseline="-25000" dirty="0" err="1"/>
              <a:t>t</a:t>
            </a:r>
            <a:endParaRPr lang="en-DE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6C4E49-D59F-AAFA-0816-BACE72518216}"/>
              </a:ext>
            </a:extLst>
          </p:cNvPr>
          <p:cNvSpPr txBox="1"/>
          <p:nvPr/>
        </p:nvSpPr>
        <p:spPr>
          <a:xfrm>
            <a:off x="10858500" y="3764884"/>
            <a:ext cx="491490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400" dirty="0"/>
              <a:t>h</a:t>
            </a:r>
            <a:r>
              <a:rPr lang="en-GB" sz="1400" baseline="-25000" dirty="0"/>
              <a:t>t-1</a:t>
            </a:r>
            <a:endParaRPr lang="en-DE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BA8047-414C-45B7-9E66-196AA957E609}"/>
              </a:ext>
            </a:extLst>
          </p:cNvPr>
          <p:cNvSpPr txBox="1"/>
          <p:nvPr/>
        </p:nvSpPr>
        <p:spPr>
          <a:xfrm>
            <a:off x="10909732" y="3043674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hh</a:t>
            </a:r>
            <a:endParaRPr lang="en-DE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4EAE25-5086-1E48-6258-42B7847DA133}"/>
              </a:ext>
            </a:extLst>
          </p:cNvPr>
          <p:cNvSpPr txBox="1"/>
          <p:nvPr/>
        </p:nvSpPr>
        <p:spPr>
          <a:xfrm>
            <a:off x="10136043" y="3009908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/>
              <a:t>W</a:t>
            </a:r>
            <a:r>
              <a:rPr lang="en-GB" sz="1100" baseline="-25000" dirty="0"/>
              <a:t>hy</a:t>
            </a:r>
            <a:endParaRPr lang="en-DE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397738-8592-4452-E253-E885C9A5C996}"/>
              </a:ext>
            </a:extLst>
          </p:cNvPr>
          <p:cNvSpPr txBox="1"/>
          <p:nvPr/>
        </p:nvSpPr>
        <p:spPr>
          <a:xfrm>
            <a:off x="10129048" y="3829207"/>
            <a:ext cx="272151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dirty="0" err="1"/>
              <a:t>W</a:t>
            </a:r>
            <a:r>
              <a:rPr lang="en-GB" sz="1100" baseline="-25000" dirty="0" err="1"/>
              <a:t>xh</a:t>
            </a:r>
            <a:endParaRPr lang="en-DE" sz="1100" dirty="0"/>
          </a:p>
        </p:txBody>
      </p:sp>
    </p:spTree>
    <p:extLst>
      <p:ext uri="{BB962C8B-B14F-4D97-AF65-F5344CB8AC3E}">
        <p14:creationId xmlns:p14="http://schemas.microsoft.com/office/powerpoint/2010/main" val="26006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A80A-D7EA-2BDB-31D8-C73DDC56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9A49-A430-E3E1-0B9D-605A6257D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4CC787-530C-08DD-853B-760D0B8D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628650"/>
            <a:ext cx="4076700" cy="5600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0D076A-51FE-4264-F882-3E8BA8279307}"/>
              </a:ext>
            </a:extLst>
          </p:cNvPr>
          <p:cNvSpPr txBox="1"/>
          <p:nvPr/>
        </p:nvSpPr>
        <p:spPr>
          <a:xfrm>
            <a:off x="4880086" y="2989505"/>
            <a:ext cx="903494" cy="67710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4400" dirty="0" err="1"/>
              <a:t>h</a:t>
            </a:r>
            <a:r>
              <a:rPr lang="en-GB" sz="4400" baseline="-25000" dirty="0" err="1"/>
              <a:t>t</a:t>
            </a:r>
            <a:endParaRPr lang="en-DE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D2A31-ED85-2E6D-8966-C70FB3DA4C49}"/>
              </a:ext>
            </a:extLst>
          </p:cNvPr>
          <p:cNvSpPr txBox="1"/>
          <p:nvPr/>
        </p:nvSpPr>
        <p:spPr>
          <a:xfrm>
            <a:off x="6586966" y="4182035"/>
            <a:ext cx="113971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 dirty="0"/>
              <a:t>(h</a:t>
            </a:r>
            <a:r>
              <a:rPr lang="en-GB" sz="2400" baseline="-25000" dirty="0"/>
              <a:t>t-1</a:t>
            </a:r>
            <a:r>
              <a:rPr lang="en-GB" sz="2400" dirty="0"/>
              <a:t>)</a:t>
            </a:r>
            <a:endParaRPr lang="en-DE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A6C1A5-3078-B97F-5FB6-4B5EB91A8DF2}"/>
              </a:ext>
            </a:extLst>
          </p:cNvPr>
          <p:cNvSpPr txBox="1"/>
          <p:nvPr/>
        </p:nvSpPr>
        <p:spPr>
          <a:xfrm>
            <a:off x="4626319" y="4516529"/>
            <a:ext cx="50753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err="1">
                <a:solidFill>
                  <a:srgbClr val="C00000"/>
                </a:solidFill>
              </a:rPr>
              <a:t>W</a:t>
            </a:r>
            <a:r>
              <a:rPr lang="en-GB" sz="2400" baseline="-25000" dirty="0" err="1">
                <a:solidFill>
                  <a:srgbClr val="C00000"/>
                </a:solidFill>
              </a:rPr>
              <a:t>xh</a:t>
            </a:r>
            <a:endParaRPr lang="en-DE" sz="240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D9085-0F2F-8F9D-4DEE-7933E74DA944}"/>
              </a:ext>
            </a:extLst>
          </p:cNvPr>
          <p:cNvSpPr txBox="1"/>
          <p:nvPr/>
        </p:nvSpPr>
        <p:spPr>
          <a:xfrm>
            <a:off x="6715637" y="2187107"/>
            <a:ext cx="50753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err="1">
                <a:solidFill>
                  <a:srgbClr val="02B5F7"/>
                </a:solidFill>
              </a:rPr>
              <a:t>W</a:t>
            </a:r>
            <a:r>
              <a:rPr lang="en-GB" sz="2400" baseline="-25000" dirty="0" err="1">
                <a:solidFill>
                  <a:srgbClr val="02B5F7"/>
                </a:solidFill>
              </a:rPr>
              <a:t>hh</a:t>
            </a:r>
            <a:endParaRPr lang="en-DE" sz="2400" dirty="0">
              <a:solidFill>
                <a:srgbClr val="02B5F7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3FC95-4A08-D586-CCEB-19217465E431}"/>
              </a:ext>
            </a:extLst>
          </p:cNvPr>
          <p:cNvSpPr txBox="1"/>
          <p:nvPr/>
        </p:nvSpPr>
        <p:spPr>
          <a:xfrm>
            <a:off x="4715064" y="1954213"/>
            <a:ext cx="507534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>
                <a:solidFill>
                  <a:srgbClr val="06B440"/>
                </a:solidFill>
              </a:rPr>
              <a:t>W</a:t>
            </a:r>
            <a:r>
              <a:rPr lang="en-GB" sz="2400" baseline="-25000" dirty="0">
                <a:solidFill>
                  <a:srgbClr val="06B440"/>
                </a:solidFill>
              </a:rPr>
              <a:t>hy</a:t>
            </a:r>
            <a:endParaRPr lang="en-DE" sz="2400" dirty="0">
              <a:solidFill>
                <a:srgbClr val="06B4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85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E9AC3D-C04B-C37C-6B67-75DFBCE7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595" y="735673"/>
            <a:ext cx="7772400" cy="24003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B75E7D-DB79-BDD7-5BCF-5F25C102554F}"/>
              </a:ext>
            </a:extLst>
          </p:cNvPr>
          <p:cNvSpPr txBox="1"/>
          <p:nvPr/>
        </p:nvSpPr>
        <p:spPr>
          <a:xfrm>
            <a:off x="2771782" y="2375453"/>
            <a:ext cx="27986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 err="1"/>
              <a:t>W</a:t>
            </a:r>
            <a:r>
              <a:rPr lang="en-GB" sz="1400" baseline="-25000" dirty="0" err="1"/>
              <a:t>xh</a:t>
            </a:r>
            <a:endParaRPr lang="en-DE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F334D-E449-7392-3E47-6A84BFB2389A}"/>
              </a:ext>
            </a:extLst>
          </p:cNvPr>
          <p:cNvSpPr txBox="1"/>
          <p:nvPr/>
        </p:nvSpPr>
        <p:spPr>
          <a:xfrm>
            <a:off x="3190679" y="1667278"/>
            <a:ext cx="317834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 err="1"/>
              <a:t>W</a:t>
            </a:r>
            <a:r>
              <a:rPr lang="en-GB" sz="1400" baseline="-25000" dirty="0" err="1"/>
              <a:t>hh</a:t>
            </a:r>
            <a:endParaRPr lang="en-DE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F5403-A9E1-A2D4-4126-B745BAF0A8A7}"/>
              </a:ext>
            </a:extLst>
          </p:cNvPr>
          <p:cNvSpPr txBox="1"/>
          <p:nvPr/>
        </p:nvSpPr>
        <p:spPr>
          <a:xfrm>
            <a:off x="2748926" y="1198655"/>
            <a:ext cx="27986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/>
              <a:t>W</a:t>
            </a:r>
            <a:r>
              <a:rPr lang="en-GB" sz="1400" baseline="-25000" dirty="0"/>
              <a:t>hy</a:t>
            </a:r>
            <a:endParaRPr lang="en-DE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08A10-7995-2106-F155-59F33FD2FC07}"/>
              </a:ext>
            </a:extLst>
          </p:cNvPr>
          <p:cNvSpPr txBox="1"/>
          <p:nvPr/>
        </p:nvSpPr>
        <p:spPr>
          <a:xfrm>
            <a:off x="4466201" y="1667278"/>
            <a:ext cx="317834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 err="1"/>
              <a:t>W</a:t>
            </a:r>
            <a:r>
              <a:rPr lang="en-GB" sz="1400" baseline="-25000" dirty="0" err="1"/>
              <a:t>hh</a:t>
            </a:r>
            <a:endParaRPr lang="en-DE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41A4D-1189-12D1-2FF4-EC24D7530F47}"/>
              </a:ext>
            </a:extLst>
          </p:cNvPr>
          <p:cNvSpPr txBox="1"/>
          <p:nvPr/>
        </p:nvSpPr>
        <p:spPr>
          <a:xfrm>
            <a:off x="1991357" y="1667278"/>
            <a:ext cx="317834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 err="1"/>
              <a:t>W</a:t>
            </a:r>
            <a:r>
              <a:rPr lang="en-GB" sz="1400" baseline="-25000" dirty="0" err="1"/>
              <a:t>hh</a:t>
            </a:r>
            <a:endParaRPr lang="en-DE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4E82F3-0BBE-6650-2452-6A4D653B8E87}"/>
              </a:ext>
            </a:extLst>
          </p:cNvPr>
          <p:cNvSpPr txBox="1"/>
          <p:nvPr/>
        </p:nvSpPr>
        <p:spPr>
          <a:xfrm>
            <a:off x="4007211" y="2375453"/>
            <a:ext cx="27986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 err="1"/>
              <a:t>W</a:t>
            </a:r>
            <a:r>
              <a:rPr lang="en-GB" sz="1400" baseline="-25000" dirty="0" err="1"/>
              <a:t>xh</a:t>
            </a:r>
            <a:endParaRPr lang="en-DE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937F92-BACD-7844-8BCF-7F2E38213D16}"/>
              </a:ext>
            </a:extLst>
          </p:cNvPr>
          <p:cNvSpPr txBox="1"/>
          <p:nvPr/>
        </p:nvSpPr>
        <p:spPr>
          <a:xfrm>
            <a:off x="5264679" y="2375453"/>
            <a:ext cx="27986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 err="1"/>
              <a:t>W</a:t>
            </a:r>
            <a:r>
              <a:rPr lang="en-GB" sz="1400" baseline="-25000" dirty="0" err="1"/>
              <a:t>xh</a:t>
            </a:r>
            <a:endParaRPr lang="en-DE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04E74-6128-581A-AD56-0C89D639BDB8}"/>
              </a:ext>
            </a:extLst>
          </p:cNvPr>
          <p:cNvSpPr txBox="1"/>
          <p:nvPr/>
        </p:nvSpPr>
        <p:spPr>
          <a:xfrm>
            <a:off x="4007211" y="1198655"/>
            <a:ext cx="27986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/>
              <a:t>W</a:t>
            </a:r>
            <a:r>
              <a:rPr lang="en-GB" sz="1400" baseline="-25000" dirty="0"/>
              <a:t>hy</a:t>
            </a:r>
            <a:endParaRPr lang="en-DE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E001C-7B64-255F-0FC6-C9E05DA44D29}"/>
              </a:ext>
            </a:extLst>
          </p:cNvPr>
          <p:cNvSpPr txBox="1"/>
          <p:nvPr/>
        </p:nvSpPr>
        <p:spPr>
          <a:xfrm>
            <a:off x="5264679" y="1198655"/>
            <a:ext cx="279868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400" dirty="0"/>
              <a:t>W</a:t>
            </a:r>
            <a:r>
              <a:rPr lang="en-GB" sz="1400" baseline="-25000" dirty="0"/>
              <a:t>hy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174785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6BAB8-A3A5-78D3-A3B7-7F31D1FC63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09" r="81241" b="4792"/>
          <a:stretch/>
        </p:blipFill>
        <p:spPr>
          <a:xfrm>
            <a:off x="350198" y="367751"/>
            <a:ext cx="1574053" cy="289068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835241A-57C8-403D-4BD5-20239DD7B1F6}"/>
              </a:ext>
            </a:extLst>
          </p:cNvPr>
          <p:cNvSpPr/>
          <p:nvPr/>
        </p:nvSpPr>
        <p:spPr>
          <a:xfrm>
            <a:off x="3419060" y="284259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7D556-8AEB-858B-FC0B-46C544B96E3A}"/>
              </a:ext>
            </a:extLst>
          </p:cNvPr>
          <p:cNvSpPr txBox="1"/>
          <p:nvPr/>
        </p:nvSpPr>
        <p:spPr>
          <a:xfrm>
            <a:off x="3360000" y="3646681"/>
            <a:ext cx="456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xh</a:t>
            </a:r>
            <a:endParaRPr lang="en-D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39C64-3594-2968-79C8-005513C1C23B}"/>
              </a:ext>
            </a:extLst>
          </p:cNvPr>
          <p:cNvSpPr txBox="1"/>
          <p:nvPr/>
        </p:nvSpPr>
        <p:spPr>
          <a:xfrm>
            <a:off x="2830717" y="2924322"/>
            <a:ext cx="456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hh</a:t>
            </a:r>
            <a:endParaRPr lang="en-D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872E4-65CC-90E4-20D8-D3B02B0D28A7}"/>
              </a:ext>
            </a:extLst>
          </p:cNvPr>
          <p:cNvSpPr txBox="1"/>
          <p:nvPr/>
        </p:nvSpPr>
        <p:spPr>
          <a:xfrm>
            <a:off x="3312447" y="2519890"/>
            <a:ext cx="456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/>
              <a:t>W</a:t>
            </a:r>
            <a:r>
              <a:rPr lang="en-GB" sz="1600" baseline="-25000" dirty="0"/>
              <a:t>hy</a:t>
            </a:r>
            <a:endParaRPr lang="en-DE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DC9B1-3C8C-415B-50A9-C31EBC4F946A}"/>
              </a:ext>
            </a:extLst>
          </p:cNvPr>
          <p:cNvSpPr txBox="1"/>
          <p:nvPr/>
        </p:nvSpPr>
        <p:spPr>
          <a:xfrm>
            <a:off x="3538990" y="3024974"/>
            <a:ext cx="456686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 dirty="0" err="1"/>
              <a:t>h</a:t>
            </a:r>
            <a:r>
              <a:rPr lang="en-GB" sz="2400" baseline="-25000" dirty="0" err="1"/>
              <a:t>t</a:t>
            </a:r>
            <a:endParaRPr lang="en-DE" sz="2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A63F83-26EC-2ED8-FB8A-7C516D36ABD6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779060" y="2141316"/>
            <a:ext cx="0" cy="7012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774951-943D-DC68-3F6B-25B61B91C12B}"/>
              </a:ext>
            </a:extLst>
          </p:cNvPr>
          <p:cNvCxnSpPr>
            <a:cxnSpLocks/>
            <a:stCxn id="5" idx="6"/>
            <a:endCxn id="27" idx="2"/>
          </p:cNvCxnSpPr>
          <p:nvPr/>
        </p:nvCxnSpPr>
        <p:spPr>
          <a:xfrm flipV="1">
            <a:off x="4139060" y="2646052"/>
            <a:ext cx="1363152" cy="556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AA52493-A981-0BB7-4315-FE49669335F3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2777924" y="3202592"/>
            <a:ext cx="6411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48E34C-D511-AFE9-C7BB-88C954E7DE2B}"/>
              </a:ext>
            </a:extLst>
          </p:cNvPr>
          <p:cNvCxnSpPr>
            <a:cxnSpLocks/>
            <a:stCxn id="20" idx="0"/>
            <a:endCxn id="5" idx="4"/>
          </p:cNvCxnSpPr>
          <p:nvPr/>
        </p:nvCxnSpPr>
        <p:spPr>
          <a:xfrm flipV="1">
            <a:off x="3779060" y="3562592"/>
            <a:ext cx="0" cy="7012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EC1A44-8849-04BB-5578-C1C8BCF11B11}"/>
              </a:ext>
            </a:extLst>
          </p:cNvPr>
          <p:cNvSpPr txBox="1"/>
          <p:nvPr/>
        </p:nvSpPr>
        <p:spPr>
          <a:xfrm>
            <a:off x="3665678" y="4263868"/>
            <a:ext cx="226764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 err="1"/>
              <a:t>x</a:t>
            </a:r>
            <a:r>
              <a:rPr lang="en-GB" sz="2000" baseline="-25000" dirty="0" err="1"/>
              <a:t>t</a:t>
            </a:r>
            <a:endParaRPr lang="en-DE" sz="20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77FCEAD-8619-7F71-DD75-FA0B48178CB5}"/>
              </a:ext>
            </a:extLst>
          </p:cNvPr>
          <p:cNvGrpSpPr/>
          <p:nvPr/>
        </p:nvGrpSpPr>
        <p:grpSpPr>
          <a:xfrm>
            <a:off x="5502212" y="2286052"/>
            <a:ext cx="720000" cy="1790440"/>
            <a:chOff x="4581802" y="2348476"/>
            <a:chExt cx="720000" cy="179044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CAB41B0-92E0-C3B7-E215-DA62C1706053}"/>
                </a:ext>
              </a:extLst>
            </p:cNvPr>
            <p:cNvSpPr/>
            <p:nvPr/>
          </p:nvSpPr>
          <p:spPr>
            <a:xfrm>
              <a:off x="4581802" y="2348476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8E2F54-C008-091A-656D-1AB95ECD9AFE}"/>
                </a:ext>
              </a:extLst>
            </p:cNvPr>
            <p:cNvSpPr txBox="1"/>
            <p:nvPr/>
          </p:nvSpPr>
          <p:spPr>
            <a:xfrm>
              <a:off x="4713459" y="2471713"/>
              <a:ext cx="45668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2800" dirty="0"/>
                <a:t>r</a:t>
              </a:r>
              <a:r>
                <a:rPr lang="en-GB" sz="2800" baseline="-25000" dirty="0"/>
                <a:t>t</a:t>
              </a:r>
              <a:endParaRPr lang="en-DE" sz="28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71E779F-088E-79A3-F10C-6495E02C5AF7}"/>
                </a:ext>
              </a:extLst>
            </p:cNvPr>
            <p:cNvSpPr/>
            <p:nvPr/>
          </p:nvSpPr>
          <p:spPr>
            <a:xfrm>
              <a:off x="4581802" y="3418916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806F996-9B34-C588-9C5A-C8BABF2471FB}"/>
                </a:ext>
              </a:extLst>
            </p:cNvPr>
            <p:cNvSpPr txBox="1"/>
            <p:nvPr/>
          </p:nvSpPr>
          <p:spPr>
            <a:xfrm>
              <a:off x="4713459" y="3542153"/>
              <a:ext cx="45668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2800" dirty="0" err="1"/>
                <a:t>u</a:t>
              </a:r>
              <a:r>
                <a:rPr lang="en-GB" sz="2800" baseline="-25000" dirty="0" err="1"/>
                <a:t>t</a:t>
              </a:r>
              <a:endParaRPr lang="en-DE" sz="28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A0643C8-23F9-8485-14EA-A1EE89AD59A7}"/>
              </a:ext>
            </a:extLst>
          </p:cNvPr>
          <p:cNvSpPr txBox="1"/>
          <p:nvPr/>
        </p:nvSpPr>
        <p:spPr>
          <a:xfrm>
            <a:off x="3665678" y="1833539"/>
            <a:ext cx="226764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 err="1"/>
              <a:t>y</a:t>
            </a:r>
            <a:r>
              <a:rPr lang="en-GB" sz="2000" baseline="-25000" dirty="0" err="1"/>
              <a:t>t</a:t>
            </a:r>
            <a:endParaRPr lang="en-DE" sz="20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174E05-5A9D-3937-7C29-7D0623740264}"/>
              </a:ext>
            </a:extLst>
          </p:cNvPr>
          <p:cNvCxnSpPr>
            <a:cxnSpLocks/>
            <a:stCxn id="5" idx="6"/>
            <a:endCxn id="29" idx="2"/>
          </p:cNvCxnSpPr>
          <p:nvPr/>
        </p:nvCxnSpPr>
        <p:spPr>
          <a:xfrm>
            <a:off x="4139060" y="3202592"/>
            <a:ext cx="1363152" cy="51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7CDEDD-B7BF-3B23-7688-9340BF236F2B}"/>
              </a:ext>
            </a:extLst>
          </p:cNvPr>
          <p:cNvCxnSpPr>
            <a:cxnSpLocks/>
            <a:stCxn id="20" idx="3"/>
            <a:endCxn id="29" idx="2"/>
          </p:cNvCxnSpPr>
          <p:nvPr/>
        </p:nvCxnSpPr>
        <p:spPr>
          <a:xfrm flipV="1">
            <a:off x="3892442" y="3716492"/>
            <a:ext cx="1609770" cy="7012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42577CD-AFCA-59A5-B6DF-5E486920DF18}"/>
              </a:ext>
            </a:extLst>
          </p:cNvPr>
          <p:cNvCxnSpPr>
            <a:cxnSpLocks/>
            <a:stCxn id="29" idx="6"/>
            <a:endCxn id="49" idx="2"/>
          </p:cNvCxnSpPr>
          <p:nvPr/>
        </p:nvCxnSpPr>
        <p:spPr>
          <a:xfrm flipV="1">
            <a:off x="6222212" y="3202592"/>
            <a:ext cx="998474" cy="51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B6EC35-ABF3-51C8-D077-D0ABB9FC3807}"/>
              </a:ext>
            </a:extLst>
          </p:cNvPr>
          <p:cNvCxnSpPr>
            <a:cxnSpLocks/>
            <a:stCxn id="27" idx="6"/>
            <a:endCxn id="49" idx="2"/>
          </p:cNvCxnSpPr>
          <p:nvPr/>
        </p:nvCxnSpPr>
        <p:spPr>
          <a:xfrm>
            <a:off x="6222212" y="2646052"/>
            <a:ext cx="998474" cy="556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A568A5A-C8FE-4990-4EA5-19683532DCBC}"/>
              </a:ext>
            </a:extLst>
          </p:cNvPr>
          <p:cNvCxnSpPr>
            <a:cxnSpLocks/>
            <a:stCxn id="20" idx="3"/>
            <a:endCxn id="27" idx="2"/>
          </p:cNvCxnSpPr>
          <p:nvPr/>
        </p:nvCxnSpPr>
        <p:spPr>
          <a:xfrm flipV="1">
            <a:off x="3892442" y="2646052"/>
            <a:ext cx="1609770" cy="17717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2128F4C-80F3-07A3-A417-CEB1379F1590}"/>
              </a:ext>
            </a:extLst>
          </p:cNvPr>
          <p:cNvSpPr txBox="1"/>
          <p:nvPr/>
        </p:nvSpPr>
        <p:spPr>
          <a:xfrm>
            <a:off x="4154225" y="2781533"/>
            <a:ext cx="3691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hr</a:t>
            </a:r>
            <a:endParaRPr lang="en-DE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4F9267-E98B-E0DE-BFEB-FC7B8D69F233}"/>
              </a:ext>
            </a:extLst>
          </p:cNvPr>
          <p:cNvSpPr txBox="1"/>
          <p:nvPr/>
        </p:nvSpPr>
        <p:spPr>
          <a:xfrm>
            <a:off x="3882514" y="3888390"/>
            <a:ext cx="3691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xr</a:t>
            </a:r>
            <a:endParaRPr lang="en-DE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51B4A1-1776-65E5-A8C5-843C62E30DCF}"/>
              </a:ext>
            </a:extLst>
          </p:cNvPr>
          <p:cNvSpPr txBox="1"/>
          <p:nvPr/>
        </p:nvSpPr>
        <p:spPr>
          <a:xfrm>
            <a:off x="4181260" y="4244602"/>
            <a:ext cx="3691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xu</a:t>
            </a:r>
            <a:endParaRPr lang="en-DE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C919D1-8FF2-FD1A-7E72-CCE22ABCC75F}"/>
              </a:ext>
            </a:extLst>
          </p:cNvPr>
          <p:cNvSpPr txBox="1"/>
          <p:nvPr/>
        </p:nvSpPr>
        <p:spPr>
          <a:xfrm>
            <a:off x="4200741" y="3256442"/>
            <a:ext cx="3691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hu</a:t>
            </a:r>
            <a:endParaRPr lang="en-DE" sz="16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D7882F6-0214-95DC-FBE5-9C41BB652673}"/>
              </a:ext>
            </a:extLst>
          </p:cNvPr>
          <p:cNvGrpSpPr/>
          <p:nvPr/>
        </p:nvGrpSpPr>
        <p:grpSpPr>
          <a:xfrm>
            <a:off x="4139060" y="1845653"/>
            <a:ext cx="3801626" cy="2710602"/>
            <a:chOff x="489834" y="1998053"/>
            <a:chExt cx="3801626" cy="271060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CB3B6B9-C596-6543-28A3-23A66A762549}"/>
                </a:ext>
              </a:extLst>
            </p:cNvPr>
            <p:cNvSpPr/>
            <p:nvPr/>
          </p:nvSpPr>
          <p:spPr>
            <a:xfrm>
              <a:off x="3571460" y="2994992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5DA7EF-D4D6-8FB3-190D-F07DDACF8189}"/>
                </a:ext>
              </a:extLst>
            </p:cNvPr>
            <p:cNvSpPr txBox="1"/>
            <p:nvPr/>
          </p:nvSpPr>
          <p:spPr>
            <a:xfrm>
              <a:off x="3512400" y="3799081"/>
              <a:ext cx="4566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400" dirty="0" err="1"/>
                <a:t>W</a:t>
              </a:r>
              <a:r>
                <a:rPr lang="en-GB" sz="1400" baseline="-25000" dirty="0" err="1"/>
                <a:t>xh</a:t>
              </a:r>
              <a:endParaRPr lang="en-DE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04A393-CE3B-9CE2-287D-5E82A26FA42A}"/>
                </a:ext>
              </a:extLst>
            </p:cNvPr>
            <p:cNvSpPr txBox="1"/>
            <p:nvPr/>
          </p:nvSpPr>
          <p:spPr>
            <a:xfrm>
              <a:off x="2983117" y="3076722"/>
              <a:ext cx="4566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400" dirty="0" err="1"/>
                <a:t>W</a:t>
              </a:r>
              <a:r>
                <a:rPr lang="en-GB" sz="1400" baseline="-25000" dirty="0" err="1"/>
                <a:t>hh</a:t>
              </a:r>
              <a:endParaRPr lang="en-DE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7EE5BF-4B36-E758-92BA-85D62F39CED6}"/>
                </a:ext>
              </a:extLst>
            </p:cNvPr>
            <p:cNvSpPr txBox="1"/>
            <p:nvPr/>
          </p:nvSpPr>
          <p:spPr>
            <a:xfrm>
              <a:off x="3464847" y="2672290"/>
              <a:ext cx="4566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400" dirty="0"/>
                <a:t>W</a:t>
              </a:r>
              <a:r>
                <a:rPr lang="en-GB" sz="1400" baseline="-25000" dirty="0"/>
                <a:t>hy</a:t>
              </a:r>
              <a:endParaRPr lang="en-DE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EF71A5D-9DAB-43DA-3920-8CD959152A2E}"/>
                </a:ext>
              </a:extLst>
            </p:cNvPr>
            <p:cNvSpPr txBox="1"/>
            <p:nvPr/>
          </p:nvSpPr>
          <p:spPr>
            <a:xfrm>
              <a:off x="3637288" y="3179688"/>
              <a:ext cx="5883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2400" dirty="0"/>
                <a:t>h</a:t>
              </a:r>
              <a:r>
                <a:rPr lang="en-GB" sz="2400" baseline="-25000" dirty="0"/>
                <a:t>t+1</a:t>
              </a:r>
              <a:endParaRPr lang="en-DE" sz="24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3DBAF53-2163-98E8-F87B-CE15A3134BA8}"/>
                </a:ext>
              </a:extLst>
            </p:cNvPr>
            <p:cNvCxnSpPr>
              <a:cxnSpLocks/>
              <a:stCxn id="49" idx="0"/>
            </p:cNvCxnSpPr>
            <p:nvPr/>
          </p:nvCxnSpPr>
          <p:spPr>
            <a:xfrm flipV="1">
              <a:off x="3931460" y="2293716"/>
              <a:ext cx="0" cy="7012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8761652-48EA-37D5-8E1E-724E8E520FBB}"/>
                </a:ext>
              </a:extLst>
            </p:cNvPr>
            <p:cNvCxnSpPr>
              <a:cxnSpLocks/>
              <a:stCxn id="5" idx="6"/>
              <a:endCxn id="49" idx="2"/>
            </p:cNvCxnSpPr>
            <p:nvPr/>
          </p:nvCxnSpPr>
          <p:spPr>
            <a:xfrm>
              <a:off x="489834" y="3354992"/>
              <a:ext cx="308162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C27E99E-F0DA-6032-F7C0-886D1DC9F6F1}"/>
                </a:ext>
              </a:extLst>
            </p:cNvPr>
            <p:cNvCxnSpPr>
              <a:cxnSpLocks/>
              <a:stCxn id="57" idx="0"/>
              <a:endCxn id="49" idx="4"/>
            </p:cNvCxnSpPr>
            <p:nvPr/>
          </p:nvCxnSpPr>
          <p:spPr>
            <a:xfrm flipV="1">
              <a:off x="3931460" y="3714992"/>
              <a:ext cx="0" cy="7166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877E540-AA9D-ED60-8BA6-D4784D62BBCB}"/>
                </a:ext>
              </a:extLst>
            </p:cNvPr>
            <p:cNvSpPr txBox="1"/>
            <p:nvPr/>
          </p:nvSpPr>
          <p:spPr>
            <a:xfrm>
              <a:off x="3746897" y="4431656"/>
              <a:ext cx="36912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dirty="0"/>
                <a:t>x</a:t>
              </a:r>
              <a:r>
                <a:rPr lang="en-GB" baseline="-25000" dirty="0"/>
                <a:t>t+1</a:t>
              </a:r>
              <a:endParaRPr lang="en-DE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4B5E5FD-B840-F307-5176-DF1238219976}"/>
                </a:ext>
              </a:extLst>
            </p:cNvPr>
            <p:cNvSpPr txBox="1"/>
            <p:nvPr/>
          </p:nvSpPr>
          <p:spPr>
            <a:xfrm>
              <a:off x="3889258" y="1998053"/>
              <a:ext cx="33636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dirty="0"/>
                <a:t>y</a:t>
              </a:r>
              <a:r>
                <a:rPr lang="en-GB" baseline="-25000" dirty="0"/>
                <a:t>t+1</a:t>
              </a:r>
              <a:endParaRPr lang="en-DE" dirty="0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3191FDD-6B46-3EBB-01E8-D60DFB242BFE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940686" y="3202592"/>
            <a:ext cx="659304" cy="70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81076B-ADB5-2856-B284-43210935CF7D}"/>
              </a:ext>
            </a:extLst>
          </p:cNvPr>
          <p:cNvCxnSpPr>
            <a:cxnSpLocks/>
            <a:stCxn id="49" idx="6"/>
          </p:cNvCxnSpPr>
          <p:nvPr/>
        </p:nvCxnSpPr>
        <p:spPr>
          <a:xfrm flipV="1">
            <a:off x="7940686" y="2781533"/>
            <a:ext cx="659304" cy="421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676AFD7-32E7-9929-1984-F33574CE2172}"/>
              </a:ext>
            </a:extLst>
          </p:cNvPr>
          <p:cNvCxnSpPr>
            <a:cxnSpLocks/>
            <a:stCxn id="49" idx="6"/>
          </p:cNvCxnSpPr>
          <p:nvPr/>
        </p:nvCxnSpPr>
        <p:spPr>
          <a:xfrm>
            <a:off x="7940686" y="3202592"/>
            <a:ext cx="638474" cy="421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49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B1ABFAC-C39E-C807-9489-35A5152736D2}"/>
              </a:ext>
            </a:extLst>
          </p:cNvPr>
          <p:cNvSpPr/>
          <p:nvPr/>
        </p:nvSpPr>
        <p:spPr>
          <a:xfrm>
            <a:off x="3419060" y="2842592"/>
            <a:ext cx="720000" cy="720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89CF7-DCFF-321F-D0CB-97B74F06B5EC}"/>
              </a:ext>
            </a:extLst>
          </p:cNvPr>
          <p:cNvSpPr txBox="1"/>
          <p:nvPr/>
        </p:nvSpPr>
        <p:spPr>
          <a:xfrm>
            <a:off x="3360000" y="3646681"/>
            <a:ext cx="456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xh</a:t>
            </a:r>
            <a:endParaRPr lang="en-DE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5E257-E784-0649-6CDB-48629B53753A}"/>
              </a:ext>
            </a:extLst>
          </p:cNvPr>
          <p:cNvSpPr txBox="1"/>
          <p:nvPr/>
        </p:nvSpPr>
        <p:spPr>
          <a:xfrm>
            <a:off x="2830717" y="2924322"/>
            <a:ext cx="456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 err="1"/>
              <a:t>W</a:t>
            </a:r>
            <a:r>
              <a:rPr lang="en-GB" sz="1600" baseline="-25000" dirty="0" err="1"/>
              <a:t>hh</a:t>
            </a:r>
            <a:endParaRPr lang="en-D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8B041-D65D-BA1E-5D02-D635FE6CF5C0}"/>
              </a:ext>
            </a:extLst>
          </p:cNvPr>
          <p:cNvSpPr txBox="1"/>
          <p:nvPr/>
        </p:nvSpPr>
        <p:spPr>
          <a:xfrm>
            <a:off x="3312447" y="2519890"/>
            <a:ext cx="456686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600" dirty="0"/>
              <a:t>W</a:t>
            </a:r>
            <a:r>
              <a:rPr lang="en-GB" sz="1600" baseline="-25000" dirty="0"/>
              <a:t>hy</a:t>
            </a:r>
            <a:endParaRPr lang="en-DE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C9D31-F50A-7DA2-B1CB-F8002E6D788A}"/>
              </a:ext>
            </a:extLst>
          </p:cNvPr>
          <p:cNvSpPr txBox="1"/>
          <p:nvPr/>
        </p:nvSpPr>
        <p:spPr>
          <a:xfrm>
            <a:off x="3538990" y="3024974"/>
            <a:ext cx="456686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 dirty="0" err="1"/>
              <a:t>h</a:t>
            </a:r>
            <a:r>
              <a:rPr lang="en-GB" sz="2400" baseline="-25000" dirty="0" err="1"/>
              <a:t>t</a:t>
            </a:r>
            <a:endParaRPr lang="en-DE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E89C2A-6AED-2894-20FC-F00F0525E3C2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779060" y="2141316"/>
            <a:ext cx="0" cy="70127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AE40ED-8D15-5B1B-28AD-081725E1B995}"/>
              </a:ext>
            </a:extLst>
          </p:cNvPr>
          <p:cNvCxnSpPr>
            <a:cxnSpLocks/>
            <a:stCxn id="4" idx="6"/>
            <a:endCxn id="15" idx="2"/>
          </p:cNvCxnSpPr>
          <p:nvPr/>
        </p:nvCxnSpPr>
        <p:spPr>
          <a:xfrm flipV="1">
            <a:off x="4139060" y="2874817"/>
            <a:ext cx="549444" cy="3277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7970FC-CDFE-22AB-31CB-82B4F943AF80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777924" y="3202592"/>
            <a:ext cx="6411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D90CCD-B43A-CA7C-AC9C-727BBE042936}"/>
              </a:ext>
            </a:extLst>
          </p:cNvPr>
          <p:cNvCxnSpPr>
            <a:cxnSpLocks/>
            <a:stCxn id="13" idx="0"/>
            <a:endCxn id="4" idx="4"/>
          </p:cNvCxnSpPr>
          <p:nvPr/>
        </p:nvCxnSpPr>
        <p:spPr>
          <a:xfrm flipV="1">
            <a:off x="3767333" y="3562592"/>
            <a:ext cx="11727" cy="6205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96AE64-3D23-3F72-DCCB-BD65E3BB3B84}"/>
              </a:ext>
            </a:extLst>
          </p:cNvPr>
          <p:cNvSpPr txBox="1"/>
          <p:nvPr/>
        </p:nvSpPr>
        <p:spPr>
          <a:xfrm>
            <a:off x="3653951" y="4183101"/>
            <a:ext cx="226764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 err="1"/>
              <a:t>x</a:t>
            </a:r>
            <a:r>
              <a:rPr lang="en-GB" sz="2000" baseline="-25000" dirty="0" err="1"/>
              <a:t>t</a:t>
            </a:r>
            <a:endParaRPr lang="en-DE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D8A07E-4C97-9BA5-86D3-8C3916B80D32}"/>
              </a:ext>
            </a:extLst>
          </p:cNvPr>
          <p:cNvSpPr txBox="1"/>
          <p:nvPr/>
        </p:nvSpPr>
        <p:spPr>
          <a:xfrm>
            <a:off x="3665678" y="1833539"/>
            <a:ext cx="226764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 err="1"/>
              <a:t>y</a:t>
            </a:r>
            <a:r>
              <a:rPr lang="en-GB" sz="2000" baseline="-25000" dirty="0" err="1"/>
              <a:t>t</a:t>
            </a:r>
            <a:endParaRPr lang="en-DE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5D79D9-A3EF-6B67-21AA-110D06527CEF}"/>
              </a:ext>
            </a:extLst>
          </p:cNvPr>
          <p:cNvCxnSpPr>
            <a:cxnSpLocks/>
            <a:stCxn id="4" idx="6"/>
            <a:endCxn id="17" idx="2"/>
          </p:cNvCxnSpPr>
          <p:nvPr/>
        </p:nvCxnSpPr>
        <p:spPr>
          <a:xfrm flipV="1">
            <a:off x="4139060" y="2047231"/>
            <a:ext cx="549444" cy="11553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C6D8F6-198F-0478-2A36-F2520E3F82CC}"/>
              </a:ext>
            </a:extLst>
          </p:cNvPr>
          <p:cNvCxnSpPr>
            <a:cxnSpLocks/>
            <a:stCxn id="13" idx="3"/>
            <a:endCxn id="17" idx="2"/>
          </p:cNvCxnSpPr>
          <p:nvPr/>
        </p:nvCxnSpPr>
        <p:spPr>
          <a:xfrm flipV="1">
            <a:off x="3880715" y="2047231"/>
            <a:ext cx="807789" cy="22897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A37BE8-04AF-CB75-0E02-D0B107104816}"/>
              </a:ext>
            </a:extLst>
          </p:cNvPr>
          <p:cNvCxnSpPr>
            <a:cxnSpLocks/>
            <a:stCxn id="13" idx="3"/>
            <a:endCxn id="15" idx="2"/>
          </p:cNvCxnSpPr>
          <p:nvPr/>
        </p:nvCxnSpPr>
        <p:spPr>
          <a:xfrm flipV="1">
            <a:off x="3880715" y="2874817"/>
            <a:ext cx="807789" cy="14621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73E179C-14BA-B83D-BC2E-9951CB11D61A}"/>
              </a:ext>
            </a:extLst>
          </p:cNvPr>
          <p:cNvGrpSpPr/>
          <p:nvPr/>
        </p:nvGrpSpPr>
        <p:grpSpPr>
          <a:xfrm>
            <a:off x="7199261" y="1879516"/>
            <a:ext cx="720000" cy="2710602"/>
            <a:chOff x="3571460" y="1998053"/>
            <a:chExt cx="720000" cy="271060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E1A14F9-1918-DDAE-842A-B66AB4655430}"/>
                </a:ext>
              </a:extLst>
            </p:cNvPr>
            <p:cNvSpPr/>
            <p:nvPr/>
          </p:nvSpPr>
          <p:spPr>
            <a:xfrm>
              <a:off x="3571460" y="2994992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160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ECC7FE-4F49-8076-8E9C-8927955D1193}"/>
                </a:ext>
              </a:extLst>
            </p:cNvPr>
            <p:cNvSpPr txBox="1"/>
            <p:nvPr/>
          </p:nvSpPr>
          <p:spPr>
            <a:xfrm>
              <a:off x="3637288" y="3179688"/>
              <a:ext cx="58834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2400" dirty="0"/>
                <a:t>h</a:t>
              </a:r>
              <a:r>
                <a:rPr lang="en-GB" sz="2400" baseline="-25000" dirty="0"/>
                <a:t>t+1</a:t>
              </a:r>
              <a:endParaRPr lang="en-DE" sz="2400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2909370-46C2-FA33-D233-5BADA295E4D4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 flipV="1">
              <a:off x="3931460" y="2293716"/>
              <a:ext cx="0" cy="70127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05038D8-CEF9-42CF-BCAA-E2CB5379302B}"/>
                </a:ext>
              </a:extLst>
            </p:cNvPr>
            <p:cNvCxnSpPr>
              <a:cxnSpLocks/>
              <a:stCxn id="38" idx="0"/>
              <a:endCxn id="30" idx="4"/>
            </p:cNvCxnSpPr>
            <p:nvPr/>
          </p:nvCxnSpPr>
          <p:spPr>
            <a:xfrm flipV="1">
              <a:off x="3931460" y="3714992"/>
              <a:ext cx="0" cy="7166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4FA260F-DA3B-CCBB-9E02-01A1F8C7081A}"/>
                </a:ext>
              </a:extLst>
            </p:cNvPr>
            <p:cNvSpPr txBox="1"/>
            <p:nvPr/>
          </p:nvSpPr>
          <p:spPr>
            <a:xfrm>
              <a:off x="3746897" y="4431656"/>
              <a:ext cx="36912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dirty="0"/>
                <a:t>x</a:t>
              </a:r>
              <a:r>
                <a:rPr lang="en-GB" baseline="-25000" dirty="0"/>
                <a:t>t+1</a:t>
              </a:r>
              <a:endParaRPr lang="en-DE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51FE772-438A-C3E7-BB2A-DE830CB07E6A}"/>
                </a:ext>
              </a:extLst>
            </p:cNvPr>
            <p:cNvSpPr txBox="1"/>
            <p:nvPr/>
          </p:nvSpPr>
          <p:spPr>
            <a:xfrm>
              <a:off x="3889258" y="1998053"/>
              <a:ext cx="33636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dirty="0"/>
                <a:t>y</a:t>
              </a:r>
              <a:r>
                <a:rPr lang="en-GB" baseline="-25000" dirty="0"/>
                <a:t>t+1</a:t>
              </a:r>
              <a:endParaRPr lang="en-DE" dirty="0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B46CABD-BA0B-E6D4-50A4-F559C7680031}"/>
              </a:ext>
            </a:extLst>
          </p:cNvPr>
          <p:cNvGrpSpPr/>
          <p:nvPr/>
        </p:nvGrpSpPr>
        <p:grpSpPr>
          <a:xfrm>
            <a:off x="4688504" y="1687231"/>
            <a:ext cx="1846352" cy="1547586"/>
            <a:chOff x="4736866" y="1718161"/>
            <a:chExt cx="1846352" cy="1547586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20E585B-7C19-C66E-B3DA-C7BA8774EBA3}"/>
                </a:ext>
              </a:extLst>
            </p:cNvPr>
            <p:cNvGrpSpPr/>
            <p:nvPr/>
          </p:nvGrpSpPr>
          <p:grpSpPr>
            <a:xfrm>
              <a:off x="4736866" y="1718161"/>
              <a:ext cx="720000" cy="1547586"/>
              <a:chOff x="4734950" y="3419189"/>
              <a:chExt cx="720000" cy="1547586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2DB22251-D96C-A1F4-13DD-A6AB6165E72E}"/>
                  </a:ext>
                </a:extLst>
              </p:cNvPr>
              <p:cNvGrpSpPr/>
              <p:nvPr/>
            </p:nvGrpSpPr>
            <p:grpSpPr>
              <a:xfrm>
                <a:off x="4734950" y="4246775"/>
                <a:ext cx="720000" cy="720000"/>
                <a:chOff x="5502212" y="2286052"/>
                <a:chExt cx="720000" cy="720000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843A151-DB96-4120-12BC-7384A8409D95}"/>
                    </a:ext>
                  </a:extLst>
                </p:cNvPr>
                <p:cNvSpPr/>
                <p:nvPr/>
              </p:nvSpPr>
              <p:spPr>
                <a:xfrm>
                  <a:off x="5502212" y="2286052"/>
                  <a:ext cx="720000" cy="720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28EDFD6-BF83-3323-6892-4E4F0D079799}"/>
                    </a:ext>
                  </a:extLst>
                </p:cNvPr>
                <p:cNvSpPr txBox="1"/>
                <p:nvPr/>
              </p:nvSpPr>
              <p:spPr>
                <a:xfrm>
                  <a:off x="5633869" y="2409289"/>
                  <a:ext cx="456686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GB" sz="2800" dirty="0"/>
                    <a:t>f</a:t>
                  </a:r>
                  <a:r>
                    <a:rPr lang="en-GB" sz="2800" baseline="-25000" dirty="0"/>
                    <a:t>t</a:t>
                  </a:r>
                  <a:endParaRPr lang="en-DE" sz="2800" dirty="0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C73B6C7-411A-5166-2665-8F78C313918E}"/>
                  </a:ext>
                </a:extLst>
              </p:cNvPr>
              <p:cNvGrpSpPr/>
              <p:nvPr/>
            </p:nvGrpSpPr>
            <p:grpSpPr>
              <a:xfrm>
                <a:off x="4734950" y="3419189"/>
                <a:ext cx="720000" cy="720000"/>
                <a:chOff x="5502212" y="3356492"/>
                <a:chExt cx="720000" cy="72000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FE20A72-F751-5468-456C-1F3331C076C6}"/>
                    </a:ext>
                  </a:extLst>
                </p:cNvPr>
                <p:cNvSpPr/>
                <p:nvPr/>
              </p:nvSpPr>
              <p:spPr>
                <a:xfrm>
                  <a:off x="5502212" y="3356492"/>
                  <a:ext cx="720000" cy="72000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57869BB-F709-59AA-4EA1-556817632F52}"/>
                    </a:ext>
                  </a:extLst>
                </p:cNvPr>
                <p:cNvSpPr txBox="1"/>
                <p:nvPr/>
              </p:nvSpPr>
              <p:spPr>
                <a:xfrm>
                  <a:off x="5633869" y="3479729"/>
                  <a:ext cx="456686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GB" sz="2800" dirty="0"/>
                    <a:t>i</a:t>
                  </a:r>
                  <a:r>
                    <a:rPr lang="en-GB" sz="2800" baseline="-25000" dirty="0"/>
                    <a:t>t</a:t>
                  </a:r>
                  <a:endParaRPr lang="en-DE" sz="2800" dirty="0"/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730BA63-6634-58F0-44A9-E6BA58C3F136}"/>
                </a:ext>
              </a:extLst>
            </p:cNvPr>
            <p:cNvGrpSpPr/>
            <p:nvPr/>
          </p:nvGrpSpPr>
          <p:grpSpPr>
            <a:xfrm>
              <a:off x="5863218" y="2122592"/>
              <a:ext cx="720000" cy="720000"/>
              <a:chOff x="5502212" y="3356492"/>
              <a:chExt cx="720000" cy="720000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64342FB-310C-6052-14A0-FED657F634F2}"/>
                  </a:ext>
                </a:extLst>
              </p:cNvPr>
              <p:cNvSpPr/>
              <p:nvPr/>
            </p:nvSpPr>
            <p:spPr>
              <a:xfrm>
                <a:off x="5502212" y="3356492"/>
                <a:ext cx="720000" cy="720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C36893-F622-41DE-BB2A-F3374543DC3F}"/>
                  </a:ext>
                </a:extLst>
              </p:cNvPr>
              <p:cNvSpPr txBox="1"/>
              <p:nvPr/>
            </p:nvSpPr>
            <p:spPr>
              <a:xfrm>
                <a:off x="5633869" y="3479729"/>
                <a:ext cx="456686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GB" sz="2800" dirty="0" err="1"/>
                  <a:t>c</a:t>
                </a:r>
                <a:r>
                  <a:rPr lang="en-GB" sz="2800" baseline="-25000" dirty="0" err="1"/>
                  <a:t>t</a:t>
                </a:r>
                <a:endParaRPr lang="en-DE" sz="2800" dirty="0"/>
              </a:p>
            </p:txBody>
          </p:sp>
        </p:grp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74080E8-2643-F889-0FBC-543D24E8D309}"/>
              </a:ext>
            </a:extLst>
          </p:cNvPr>
          <p:cNvCxnSpPr>
            <a:cxnSpLocks/>
            <a:stCxn id="15" idx="6"/>
            <a:endCxn id="47" idx="2"/>
          </p:cNvCxnSpPr>
          <p:nvPr/>
        </p:nvCxnSpPr>
        <p:spPr>
          <a:xfrm flipV="1">
            <a:off x="5408504" y="2451662"/>
            <a:ext cx="406352" cy="4231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48540A9-B303-8797-0D8D-9E43FC4DC7E0}"/>
              </a:ext>
            </a:extLst>
          </p:cNvPr>
          <p:cNvCxnSpPr>
            <a:cxnSpLocks/>
            <a:stCxn id="17" idx="6"/>
            <a:endCxn id="47" idx="2"/>
          </p:cNvCxnSpPr>
          <p:nvPr/>
        </p:nvCxnSpPr>
        <p:spPr>
          <a:xfrm>
            <a:off x="5408504" y="2047231"/>
            <a:ext cx="406352" cy="4044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F4AF3D5-9B2D-411E-BD2C-1A4D98FB8102}"/>
              </a:ext>
            </a:extLst>
          </p:cNvPr>
          <p:cNvGrpSpPr/>
          <p:nvPr/>
        </p:nvGrpSpPr>
        <p:grpSpPr>
          <a:xfrm>
            <a:off x="2195995" y="2096644"/>
            <a:ext cx="720000" cy="720000"/>
            <a:chOff x="5502212" y="3356492"/>
            <a:chExt cx="720000" cy="720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6E85941-131D-4064-8EDE-C0E03D8BA4F2}"/>
                </a:ext>
              </a:extLst>
            </p:cNvPr>
            <p:cNvSpPr/>
            <p:nvPr/>
          </p:nvSpPr>
          <p:spPr>
            <a:xfrm>
              <a:off x="5502212" y="3356492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89050D3-0CCD-CE58-5E4C-ECFAD5E77AC9}"/>
                </a:ext>
              </a:extLst>
            </p:cNvPr>
            <p:cNvSpPr txBox="1"/>
            <p:nvPr/>
          </p:nvSpPr>
          <p:spPr>
            <a:xfrm>
              <a:off x="5633869" y="3479729"/>
              <a:ext cx="45668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2800" dirty="0"/>
                <a:t>c</a:t>
              </a:r>
              <a:r>
                <a:rPr lang="en-GB" sz="2800" baseline="-25000" dirty="0"/>
                <a:t>t-1</a:t>
              </a:r>
              <a:endParaRPr lang="en-DE" sz="2800" dirty="0"/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8E66F71-ADBC-5953-CB87-9F6A76B29ED7}"/>
              </a:ext>
            </a:extLst>
          </p:cNvPr>
          <p:cNvCxnSpPr>
            <a:cxnSpLocks/>
            <a:stCxn id="62" idx="6"/>
            <a:endCxn id="47" idx="2"/>
          </p:cNvCxnSpPr>
          <p:nvPr/>
        </p:nvCxnSpPr>
        <p:spPr>
          <a:xfrm flipV="1">
            <a:off x="2915995" y="2451662"/>
            <a:ext cx="2898861" cy="49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B7CD48D-0542-66FD-3F90-968516FC0AA6}"/>
              </a:ext>
            </a:extLst>
          </p:cNvPr>
          <p:cNvGrpSpPr/>
          <p:nvPr/>
        </p:nvGrpSpPr>
        <p:grpSpPr>
          <a:xfrm>
            <a:off x="4688504" y="4332008"/>
            <a:ext cx="720000" cy="720000"/>
            <a:chOff x="5502212" y="3356492"/>
            <a:chExt cx="720000" cy="72000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67C5F30-0248-9730-0E30-56034355693B}"/>
                </a:ext>
              </a:extLst>
            </p:cNvPr>
            <p:cNvSpPr/>
            <p:nvPr/>
          </p:nvSpPr>
          <p:spPr>
            <a:xfrm>
              <a:off x="5502212" y="3356492"/>
              <a:ext cx="720000" cy="72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D514667-4645-A65C-91DA-C80180CB6150}"/>
                </a:ext>
              </a:extLst>
            </p:cNvPr>
            <p:cNvSpPr txBox="1"/>
            <p:nvPr/>
          </p:nvSpPr>
          <p:spPr>
            <a:xfrm>
              <a:off x="5633869" y="3479729"/>
              <a:ext cx="45668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2800" dirty="0" err="1"/>
                <a:t>o</a:t>
              </a:r>
              <a:r>
                <a:rPr lang="en-GB" sz="2800" baseline="-25000" dirty="0" err="1"/>
                <a:t>t</a:t>
              </a:r>
              <a:endParaRPr lang="en-DE" sz="2800" dirty="0"/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398BA22-57A9-0F26-7C95-8AA0341672C8}"/>
              </a:ext>
            </a:extLst>
          </p:cNvPr>
          <p:cNvCxnSpPr>
            <a:cxnSpLocks/>
            <a:stCxn id="47" idx="6"/>
            <a:endCxn id="30" idx="2"/>
          </p:cNvCxnSpPr>
          <p:nvPr/>
        </p:nvCxnSpPr>
        <p:spPr>
          <a:xfrm>
            <a:off x="6534856" y="2451662"/>
            <a:ext cx="664405" cy="7847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0A386FC-5312-384D-95FB-CBB6E751E175}"/>
              </a:ext>
            </a:extLst>
          </p:cNvPr>
          <p:cNvCxnSpPr>
            <a:cxnSpLocks/>
            <a:stCxn id="72" idx="6"/>
            <a:endCxn id="30" idx="2"/>
          </p:cNvCxnSpPr>
          <p:nvPr/>
        </p:nvCxnSpPr>
        <p:spPr>
          <a:xfrm flipV="1">
            <a:off x="5408504" y="3236455"/>
            <a:ext cx="1790757" cy="14555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7E41E3-6942-B9E7-2D4A-F777D7462FED}"/>
              </a:ext>
            </a:extLst>
          </p:cNvPr>
          <p:cNvCxnSpPr>
            <a:cxnSpLocks/>
            <a:stCxn id="4" idx="6"/>
            <a:endCxn id="72" idx="2"/>
          </p:cNvCxnSpPr>
          <p:nvPr/>
        </p:nvCxnSpPr>
        <p:spPr>
          <a:xfrm>
            <a:off x="4139060" y="3202592"/>
            <a:ext cx="549444" cy="14894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C660138-0FEB-CEA3-17A3-96B4A021C154}"/>
              </a:ext>
            </a:extLst>
          </p:cNvPr>
          <p:cNvCxnSpPr>
            <a:cxnSpLocks/>
            <a:stCxn id="13" idx="3"/>
            <a:endCxn id="72" idx="2"/>
          </p:cNvCxnSpPr>
          <p:nvPr/>
        </p:nvCxnSpPr>
        <p:spPr>
          <a:xfrm>
            <a:off x="3880715" y="4336990"/>
            <a:ext cx="807789" cy="3550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36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104</Words>
  <Application>Microsoft Macintosh PowerPoint</Application>
  <PresentationFormat>Widescreen</PresentationFormat>
  <Paragraphs>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4</cp:revision>
  <dcterms:created xsi:type="dcterms:W3CDTF">2023-02-26T15:00:45Z</dcterms:created>
  <dcterms:modified xsi:type="dcterms:W3CDTF">2023-02-26T17:23:47Z</dcterms:modified>
</cp:coreProperties>
</file>