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29"/>
    <p:restoredTop sz="96301"/>
  </p:normalViewPr>
  <p:slideViewPr>
    <p:cSldViewPr snapToGrid="0">
      <p:cViewPr>
        <p:scale>
          <a:sx n="90" d="100"/>
          <a:sy n="90" d="100"/>
        </p:scale>
        <p:origin x="2128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A8A4C-0BD2-3411-5CA6-10FE64AAC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01047-5FC8-F198-9A9F-20A6CCC57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98E50-9317-55B6-9C7B-7BB80939E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92AA-2D56-5F4E-BDF6-5E712E7993E7}" type="datetimeFigureOut">
              <a:rPr lang="en-DE" smtClean="0"/>
              <a:t>26.03.24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C74EE-55DE-0E13-2FE5-78C40058B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41DBD-3A80-D9DA-2FDD-3194D3AD1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2527-DA67-3C48-9244-2377867F715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17555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9012E-2A9B-6D50-AD8F-EAE055B7D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A600E-1D42-34BB-0C9E-4F8897876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955B7-3844-4AF8-FD2E-8025E1204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92AA-2D56-5F4E-BDF6-5E712E7993E7}" type="datetimeFigureOut">
              <a:rPr lang="en-DE" smtClean="0"/>
              <a:t>26.03.24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DD736-ED8E-C3C8-9EE9-09D7BC518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706-3649-3782-BD3B-1D36DDB23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2527-DA67-3C48-9244-2377867F715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48424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B0D6F-DFAB-832A-688F-E248D9F1F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E4E4F-C6E1-8A90-E8F4-D8C0D5250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19BCF-134B-4761-917A-AEDC66EC9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92AA-2D56-5F4E-BDF6-5E712E7993E7}" type="datetimeFigureOut">
              <a:rPr lang="en-DE" smtClean="0"/>
              <a:t>26.03.24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CA0B6-AA2C-5988-1EA2-C147B2C00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E391A-0CE4-46EF-5B80-A0DAC4D3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2527-DA67-3C48-9244-2377867F715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23412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7BFB8-70A1-2957-4642-AC2B8E51B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B3183-BA1B-53A3-B35B-23F1AC3D76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25D89-D6E3-612E-7B7A-F87946E23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83B70-B022-DD3C-B5BB-F089D9DB9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92AA-2D56-5F4E-BDF6-5E712E7993E7}" type="datetimeFigureOut">
              <a:rPr lang="en-DE" smtClean="0"/>
              <a:t>26.03.24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B3D01-72EF-BD30-C268-5B9ABFCB9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7E1F1-4613-8F11-ECF9-8F5CFBB30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2527-DA67-3C48-9244-2377867F715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94467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5BE91-4D0F-3108-C33C-DF433295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622EF-155D-8215-DD7E-CBD3146A2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6B18B-79B3-21BB-F830-B08DC3D93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2C8B9-9319-90FA-93C2-4E24D2DA32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FCCCE-67B5-5E45-B896-D2A39129E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2C3D4B-E0C3-1B59-AA52-C8882363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92AA-2D56-5F4E-BDF6-5E712E7993E7}" type="datetimeFigureOut">
              <a:rPr lang="en-DE" smtClean="0"/>
              <a:t>26.03.24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327320-1FCC-BD88-B811-7702B789A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D6479C-7936-F188-D97C-AC3610733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2527-DA67-3C48-9244-2377867F715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5255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6992F-F785-7FF8-6B63-75D0FDADE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63879-077E-67E0-E399-4C0FED6D9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92AA-2D56-5F4E-BDF6-5E712E7993E7}" type="datetimeFigureOut">
              <a:rPr lang="en-DE" smtClean="0"/>
              <a:t>26.03.24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9518A9-33F7-E334-6643-E048223AF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3EDB05-01D3-7ED2-0B06-C2E661025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2527-DA67-3C48-9244-2377867F715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79433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EA1D5-DB88-C347-B615-B33F19165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92AA-2D56-5F4E-BDF6-5E712E7993E7}" type="datetimeFigureOut">
              <a:rPr lang="en-DE" smtClean="0"/>
              <a:t>26.03.24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EAEA87-D04D-8A98-DB6F-80119A4C2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E3973-C44E-C833-81B1-1AC5AE460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2527-DA67-3C48-9244-2377867F715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05447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DD4EA-AB34-2789-37D6-9E1055553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BB7AB-A95E-DB0B-00B9-715594BC3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5FCCF-A758-43E2-FEE2-EED1952A1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CCCDA-BA23-5077-1163-8CED35222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92AA-2D56-5F4E-BDF6-5E712E7993E7}" type="datetimeFigureOut">
              <a:rPr lang="en-DE" smtClean="0"/>
              <a:t>26.03.24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03298-7BC4-9862-6034-A126967E3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4DDA3-47F8-2379-B8DD-8FDE4F6EC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2527-DA67-3C48-9244-2377867F715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5262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6B3ED-BE18-596D-A586-82E1E15FC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55DB4-6C27-928A-1B88-B6FE09EA1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558513-E9E5-8A08-7733-5DB8B2887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38578-DBDD-620F-BDF8-DAE67C94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92AA-2D56-5F4E-BDF6-5E712E7993E7}" type="datetimeFigureOut">
              <a:rPr lang="en-DE" smtClean="0"/>
              <a:t>26.03.24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91F18-075B-78BB-9AD9-07773883C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8FDB9-59B1-0E51-6A0D-A85C3DA95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2527-DA67-3C48-9244-2377867F715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0586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30F07-FA90-6A6E-830F-CB473D8FB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A979A4-E305-DFC1-CCB0-804C9D803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E059C-69F4-BDDE-327F-9622F7A08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92AA-2D56-5F4E-BDF6-5E712E7993E7}" type="datetimeFigureOut">
              <a:rPr lang="en-DE" smtClean="0"/>
              <a:t>26.03.24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2C3BE-719C-C959-3BF6-B6FF0A27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58CF4-5043-F547-33D8-D01853754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2527-DA67-3C48-9244-2377867F715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69637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DC771D-8ACC-B7C3-774B-B1B6B64660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B2DC4-12B4-9FF1-E922-7B6813DD38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1925E-6A50-5A99-62BC-DD5B69EA6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92AA-2D56-5F4E-BDF6-5E712E7993E7}" type="datetimeFigureOut">
              <a:rPr lang="en-DE" smtClean="0"/>
              <a:t>26.03.24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D4A8F-F2D0-7E43-897A-C98AEBB5F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3EFF4-FDDA-F47E-A2EA-E54117349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2527-DA67-3C48-9244-2377867F715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229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BC80D3-AE61-CEA3-73D7-1F4AA16BC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8A9B8-EA79-C9F9-CCCB-9158C8E6F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9F9BC-A51E-C3C5-D5B1-CCEEB862BB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A892AA-2D56-5F4E-BDF6-5E712E7993E7}" type="datetimeFigureOut">
              <a:rPr lang="en-DE" smtClean="0"/>
              <a:t>26.03.24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948BD-0832-0DCE-E489-7DD0244057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57A13-599C-7181-EBF6-4DB02F5F1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D02527-DA67-3C48-9244-2377867F715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22652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7484EB9B-4BF1-5874-8F5B-20A4CD782C60}"/>
              </a:ext>
            </a:extLst>
          </p:cNvPr>
          <p:cNvSpPr>
            <a:spLocks noChangeAspect="1"/>
          </p:cNvSpPr>
          <p:nvPr/>
        </p:nvSpPr>
        <p:spPr>
          <a:xfrm>
            <a:off x="3022805" y="1034078"/>
            <a:ext cx="720000" cy="720000"/>
          </a:xfrm>
          <a:prstGeom prst="ellips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36F013-9E80-830A-90F3-CC2551FD3474}"/>
              </a:ext>
            </a:extLst>
          </p:cNvPr>
          <p:cNvCxnSpPr>
            <a:cxnSpLocks/>
            <a:stCxn id="4" idx="0"/>
            <a:endCxn id="6" idx="4"/>
          </p:cNvCxnSpPr>
          <p:nvPr/>
        </p:nvCxnSpPr>
        <p:spPr>
          <a:xfrm flipV="1">
            <a:off x="3421252" y="3830284"/>
            <a:ext cx="477112" cy="1356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2AC082-4ABD-95FF-2525-7E96F77FDEB3}"/>
              </a:ext>
            </a:extLst>
          </p:cNvPr>
          <p:cNvCxnSpPr>
            <a:cxnSpLocks/>
            <a:stCxn id="4" idx="0"/>
            <a:endCxn id="5" idx="4"/>
          </p:cNvCxnSpPr>
          <p:nvPr/>
        </p:nvCxnSpPr>
        <p:spPr>
          <a:xfrm flipH="1" flipV="1">
            <a:off x="2944139" y="3830284"/>
            <a:ext cx="477113" cy="1356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0E5D40-5F06-F53D-0463-0602432085C9}"/>
              </a:ext>
            </a:extLst>
          </p:cNvPr>
          <p:cNvGrpSpPr/>
          <p:nvPr/>
        </p:nvGrpSpPr>
        <p:grpSpPr>
          <a:xfrm>
            <a:off x="1360496" y="3110284"/>
            <a:ext cx="2897868" cy="720000"/>
            <a:chOff x="1360496" y="4696445"/>
            <a:chExt cx="2897868" cy="7200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1380C69-27DF-8971-F165-1B38257DEEA6}"/>
                </a:ext>
              </a:extLst>
            </p:cNvPr>
            <p:cNvGrpSpPr/>
            <p:nvPr/>
          </p:nvGrpSpPr>
          <p:grpSpPr>
            <a:xfrm>
              <a:off x="2584139" y="4696445"/>
              <a:ext cx="1674225" cy="720000"/>
              <a:chOff x="2619254" y="4682157"/>
              <a:chExt cx="1674225" cy="720000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527C751-E306-862B-7DDE-C52E9D160A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19254" y="4682157"/>
                <a:ext cx="720000" cy="720000"/>
              </a:xfrm>
              <a:prstGeom prst="ellipse">
                <a:avLst/>
              </a:prstGeom>
              <a:ln w="38100">
                <a:solidFill>
                  <a:schemeClr val="tx2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221095E-881A-F358-60BB-0E720C601BB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573479" y="4682157"/>
                <a:ext cx="720000" cy="720000"/>
              </a:xfrm>
              <a:prstGeom prst="ellipse">
                <a:avLst/>
              </a:prstGeom>
              <a:ln w="38100">
                <a:solidFill>
                  <a:schemeClr val="tx2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C79A1F9-ACCD-7597-45C6-7C9C4A7291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60496" y="4696445"/>
              <a:ext cx="720000" cy="720000"/>
            </a:xfrm>
            <a:prstGeom prst="ellipse">
              <a:avLst/>
            </a:prstGeom>
            <a:ln w="38100">
              <a:solidFill>
                <a:schemeClr val="tx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DE" sz="4000" dirty="0"/>
                <a:t>1</a:t>
              </a:r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AEBDF32-6979-2D5A-E2B2-B5FE2D8C2737}"/>
              </a:ext>
            </a:extLst>
          </p:cNvPr>
          <p:cNvCxnSpPr>
            <a:cxnSpLocks/>
            <a:stCxn id="17" idx="0"/>
            <a:endCxn id="6" idx="4"/>
          </p:cNvCxnSpPr>
          <p:nvPr/>
        </p:nvCxnSpPr>
        <p:spPr>
          <a:xfrm flipV="1">
            <a:off x="1720496" y="3830284"/>
            <a:ext cx="2177868" cy="1356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0D8EE90-7CB3-8A27-8075-9EEA4BD8B766}"/>
              </a:ext>
            </a:extLst>
          </p:cNvPr>
          <p:cNvCxnSpPr>
            <a:cxnSpLocks/>
            <a:stCxn id="17" idx="0"/>
            <a:endCxn id="5" idx="4"/>
          </p:cNvCxnSpPr>
          <p:nvPr/>
        </p:nvCxnSpPr>
        <p:spPr>
          <a:xfrm flipV="1">
            <a:off x="1720496" y="3830284"/>
            <a:ext cx="1223643" cy="1356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6E7BC52-052E-FDD3-8A23-3E64D8E162FE}"/>
              </a:ext>
            </a:extLst>
          </p:cNvPr>
          <p:cNvGrpSpPr/>
          <p:nvPr/>
        </p:nvGrpSpPr>
        <p:grpSpPr>
          <a:xfrm>
            <a:off x="1360496" y="5186733"/>
            <a:ext cx="2961445" cy="1089332"/>
            <a:chOff x="1360496" y="5843963"/>
            <a:chExt cx="2961445" cy="108933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113C8C2-7C99-6375-B5CB-43DFB1FDDD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61252" y="5844207"/>
              <a:ext cx="720000" cy="720000"/>
            </a:xfrm>
            <a:prstGeom prst="ellipse">
              <a:avLst/>
            </a:prstGeom>
            <a:ln w="38100">
              <a:solidFill>
                <a:schemeClr val="tx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DE" sz="3200" dirty="0"/>
                <a:t>x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243A1B7-DCD5-92E9-9B46-A26582A593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60496" y="5843963"/>
              <a:ext cx="720000" cy="720000"/>
            </a:xfrm>
            <a:prstGeom prst="ellipse">
              <a:avLst/>
            </a:prstGeom>
            <a:ln w="38100">
              <a:solidFill>
                <a:schemeClr val="tx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DE" sz="4000" dirty="0"/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CAD5DDF-0D50-5040-3628-DCF3CE76C6C4}"/>
                </a:ext>
              </a:extLst>
            </p:cNvPr>
            <p:cNvSpPr txBox="1"/>
            <p:nvPr/>
          </p:nvSpPr>
          <p:spPr>
            <a:xfrm>
              <a:off x="3070604" y="6563963"/>
              <a:ext cx="12513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dirty="0"/>
                <a:t>input</a:t>
              </a:r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5CD0F4E-C571-7E46-1B27-7813A378EB61}"/>
              </a:ext>
            </a:extLst>
          </p:cNvPr>
          <p:cNvCxnSpPr>
            <a:cxnSpLocks/>
            <a:stCxn id="18" idx="0"/>
            <a:endCxn id="8" idx="4"/>
          </p:cNvCxnSpPr>
          <p:nvPr/>
        </p:nvCxnSpPr>
        <p:spPr>
          <a:xfrm flipV="1">
            <a:off x="1720496" y="1754078"/>
            <a:ext cx="1662309" cy="13562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8FA475B-FC57-E50D-FC4F-AC8A04E25E14}"/>
              </a:ext>
            </a:extLst>
          </p:cNvPr>
          <p:cNvCxnSpPr>
            <a:cxnSpLocks/>
            <a:stCxn id="5" idx="0"/>
            <a:endCxn id="8" idx="4"/>
          </p:cNvCxnSpPr>
          <p:nvPr/>
        </p:nvCxnSpPr>
        <p:spPr>
          <a:xfrm flipV="1">
            <a:off x="2944139" y="1754078"/>
            <a:ext cx="438666" cy="13562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E00BB2D-EF5F-EE2E-DE8C-D9774C25BE50}"/>
              </a:ext>
            </a:extLst>
          </p:cNvPr>
          <p:cNvCxnSpPr>
            <a:cxnSpLocks/>
            <a:stCxn id="6" idx="0"/>
            <a:endCxn id="8" idx="4"/>
          </p:cNvCxnSpPr>
          <p:nvPr/>
        </p:nvCxnSpPr>
        <p:spPr>
          <a:xfrm flipH="1" flipV="1">
            <a:off x="3382805" y="1754078"/>
            <a:ext cx="515559" cy="13562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91AC39B-57E7-2C27-7501-BD2101211E29}"/>
                  </a:ext>
                </a:extLst>
              </p:cNvPr>
              <p:cNvSpPr txBox="1"/>
              <p:nvPr/>
            </p:nvSpPr>
            <p:spPr>
              <a:xfrm>
                <a:off x="1010068" y="2432181"/>
                <a:ext cx="557213" cy="465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DE" sz="2400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91AC39B-57E7-2C27-7501-BD2101211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68" y="2432181"/>
                <a:ext cx="557213" cy="4659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DE8E395-DFFE-FBA9-1FA5-63FA68B6F0D9}"/>
                  </a:ext>
                </a:extLst>
              </p:cNvPr>
              <p:cNvSpPr txBox="1"/>
              <p:nvPr/>
            </p:nvSpPr>
            <p:spPr>
              <a:xfrm>
                <a:off x="1500863" y="4418955"/>
                <a:ext cx="557213" cy="465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DE" sz="2400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DE8E395-DFFE-FBA9-1FA5-63FA68B6F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863" y="4418955"/>
                <a:ext cx="557213" cy="465192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1CC25C7-E269-AA4A-63E1-90AED44058CB}"/>
                  </a:ext>
                </a:extLst>
              </p:cNvPr>
              <p:cNvSpPr txBox="1"/>
              <p:nvPr/>
            </p:nvSpPr>
            <p:spPr>
              <a:xfrm>
                <a:off x="2823989" y="4677194"/>
                <a:ext cx="557213" cy="465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DE" sz="24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1CC25C7-E269-AA4A-63E1-90AED4405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989" y="4677194"/>
                <a:ext cx="557213" cy="465192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FBE734C-921D-3203-B408-70F07F62CA58}"/>
                  </a:ext>
                </a:extLst>
              </p:cNvPr>
              <p:cNvSpPr txBox="1"/>
              <p:nvPr/>
            </p:nvSpPr>
            <p:spPr>
              <a:xfrm>
                <a:off x="3481973" y="4720958"/>
                <a:ext cx="557213" cy="465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DE" sz="24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FBE734C-921D-3203-B408-70F07F62C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973" y="4720958"/>
                <a:ext cx="557213" cy="465897"/>
              </a:xfrm>
              <a:prstGeom prst="rect">
                <a:avLst/>
              </a:prstGeom>
              <a:blipFill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ABD8E5A-008A-FE36-1DCE-4C77FD413E47}"/>
                  </a:ext>
                </a:extLst>
              </p:cNvPr>
              <p:cNvSpPr txBox="1"/>
              <p:nvPr/>
            </p:nvSpPr>
            <p:spPr>
              <a:xfrm>
                <a:off x="2479711" y="2517304"/>
                <a:ext cx="557213" cy="465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DE" sz="24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ABD8E5A-008A-FE36-1DCE-4C77FD413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9711" y="2517304"/>
                <a:ext cx="557213" cy="465961"/>
              </a:xfrm>
              <a:prstGeom prst="rect">
                <a:avLst/>
              </a:prstGeom>
              <a:blipFill>
                <a:blip r:embed="rId6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044BBA8-760A-06B4-1D4E-490BB6D8E3CD}"/>
                  </a:ext>
                </a:extLst>
              </p:cNvPr>
              <p:cNvSpPr txBox="1"/>
              <p:nvPr/>
            </p:nvSpPr>
            <p:spPr>
              <a:xfrm>
                <a:off x="3728686" y="2558727"/>
                <a:ext cx="557213" cy="466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DE" sz="24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044BBA8-760A-06B4-1D4E-490BB6D8E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8686" y="2558727"/>
                <a:ext cx="557213" cy="466666"/>
              </a:xfrm>
              <a:prstGeom prst="rect">
                <a:avLst/>
              </a:prstGeom>
              <a:blipFill>
                <a:blip r:embed="rId7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B06512A-8A42-A013-7073-D4B63701B687}"/>
                  </a:ext>
                </a:extLst>
              </p:cNvPr>
              <p:cNvSpPr txBox="1"/>
              <p:nvPr/>
            </p:nvSpPr>
            <p:spPr>
              <a:xfrm>
                <a:off x="2105282" y="4794473"/>
                <a:ext cx="557213" cy="465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DE" sz="2400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B06512A-8A42-A013-7073-D4B63701B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282" y="4794473"/>
                <a:ext cx="557213" cy="465897"/>
              </a:xfrm>
              <a:prstGeom prst="rect">
                <a:avLst/>
              </a:prstGeom>
              <a:blipFill>
                <a:blip r:embed="rId8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9F4AAE01-1DAD-964B-4C9F-7C0FA3B85293}"/>
              </a:ext>
            </a:extLst>
          </p:cNvPr>
          <p:cNvSpPr txBox="1"/>
          <p:nvPr/>
        </p:nvSpPr>
        <p:spPr>
          <a:xfrm>
            <a:off x="2662495" y="3198167"/>
            <a:ext cx="658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400" dirty="0"/>
              <a:t>sin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5ED9E2-D23C-134A-2C9B-10038CE37935}"/>
              </a:ext>
            </a:extLst>
          </p:cNvPr>
          <p:cNvSpPr txBox="1"/>
          <p:nvPr/>
        </p:nvSpPr>
        <p:spPr>
          <a:xfrm>
            <a:off x="3603530" y="3198167"/>
            <a:ext cx="658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400" dirty="0"/>
              <a:t>sin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87114DAE-C89F-49B0-8B76-DC1424EF6F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2300" y="749300"/>
            <a:ext cx="3327400" cy="535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286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7484EB9B-4BF1-5874-8F5B-20A4CD782C60}"/>
              </a:ext>
            </a:extLst>
          </p:cNvPr>
          <p:cNvSpPr>
            <a:spLocks noChangeAspect="1"/>
          </p:cNvSpPr>
          <p:nvPr/>
        </p:nvSpPr>
        <p:spPr>
          <a:xfrm>
            <a:off x="3022805" y="1034078"/>
            <a:ext cx="720000" cy="720000"/>
          </a:xfrm>
          <a:prstGeom prst="ellips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36F013-9E80-830A-90F3-CC2551FD3474}"/>
              </a:ext>
            </a:extLst>
          </p:cNvPr>
          <p:cNvCxnSpPr>
            <a:cxnSpLocks/>
            <a:stCxn id="4" idx="0"/>
            <a:endCxn id="6" idx="4"/>
          </p:cNvCxnSpPr>
          <p:nvPr/>
        </p:nvCxnSpPr>
        <p:spPr>
          <a:xfrm flipV="1">
            <a:off x="3421252" y="3816986"/>
            <a:ext cx="0" cy="13699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C221095E-881A-F358-60BB-0E720C601BB7}"/>
              </a:ext>
            </a:extLst>
          </p:cNvPr>
          <p:cNvSpPr>
            <a:spLocks noChangeAspect="1"/>
          </p:cNvSpPr>
          <p:nvPr/>
        </p:nvSpPr>
        <p:spPr>
          <a:xfrm>
            <a:off x="3061252" y="3096986"/>
            <a:ext cx="720000" cy="720000"/>
          </a:xfrm>
          <a:prstGeom prst="ellips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C79A1F9-ACCD-7597-45C6-7C9C4A729126}"/>
              </a:ext>
            </a:extLst>
          </p:cNvPr>
          <p:cNvSpPr>
            <a:spLocks noChangeAspect="1"/>
          </p:cNvSpPr>
          <p:nvPr/>
        </p:nvSpPr>
        <p:spPr>
          <a:xfrm>
            <a:off x="1360496" y="3110284"/>
            <a:ext cx="720000" cy="720000"/>
          </a:xfrm>
          <a:prstGeom prst="ellips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E" sz="4000" dirty="0"/>
              <a:t>1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AEBDF32-6979-2D5A-E2B2-B5FE2D8C2737}"/>
              </a:ext>
            </a:extLst>
          </p:cNvPr>
          <p:cNvCxnSpPr>
            <a:cxnSpLocks/>
            <a:stCxn id="17" idx="0"/>
            <a:endCxn id="6" idx="4"/>
          </p:cNvCxnSpPr>
          <p:nvPr/>
        </p:nvCxnSpPr>
        <p:spPr>
          <a:xfrm flipV="1">
            <a:off x="1720496" y="3816986"/>
            <a:ext cx="1700756" cy="1369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6E7BC52-052E-FDD3-8A23-3E64D8E162FE}"/>
              </a:ext>
            </a:extLst>
          </p:cNvPr>
          <p:cNvGrpSpPr/>
          <p:nvPr/>
        </p:nvGrpSpPr>
        <p:grpSpPr>
          <a:xfrm>
            <a:off x="1360496" y="5186733"/>
            <a:ext cx="2961445" cy="1089332"/>
            <a:chOff x="1360496" y="5843963"/>
            <a:chExt cx="2961445" cy="108933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113C8C2-7C99-6375-B5CB-43DFB1FDDD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61252" y="5844207"/>
              <a:ext cx="720000" cy="720000"/>
            </a:xfrm>
            <a:prstGeom prst="ellipse">
              <a:avLst/>
            </a:prstGeom>
            <a:ln w="38100">
              <a:solidFill>
                <a:schemeClr val="tx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DE" sz="3200" dirty="0"/>
                <a:t>x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243A1B7-DCD5-92E9-9B46-A26582A593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60496" y="5843963"/>
              <a:ext cx="720000" cy="720000"/>
            </a:xfrm>
            <a:prstGeom prst="ellipse">
              <a:avLst/>
            </a:prstGeom>
            <a:ln w="38100">
              <a:solidFill>
                <a:schemeClr val="tx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DE" sz="4000" dirty="0"/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CAD5DDF-0D50-5040-3628-DCF3CE76C6C4}"/>
                </a:ext>
              </a:extLst>
            </p:cNvPr>
            <p:cNvSpPr txBox="1"/>
            <p:nvPr/>
          </p:nvSpPr>
          <p:spPr>
            <a:xfrm>
              <a:off x="3070604" y="6563963"/>
              <a:ext cx="12513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dirty="0"/>
                <a:t>input</a:t>
              </a:r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5CD0F4E-C571-7E46-1B27-7813A378EB61}"/>
              </a:ext>
            </a:extLst>
          </p:cNvPr>
          <p:cNvCxnSpPr>
            <a:cxnSpLocks/>
            <a:stCxn id="18" idx="0"/>
            <a:endCxn id="8" idx="4"/>
          </p:cNvCxnSpPr>
          <p:nvPr/>
        </p:nvCxnSpPr>
        <p:spPr>
          <a:xfrm flipV="1">
            <a:off x="1720496" y="1754078"/>
            <a:ext cx="1662309" cy="13562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E00BB2D-EF5F-EE2E-DE8C-D9774C25BE50}"/>
              </a:ext>
            </a:extLst>
          </p:cNvPr>
          <p:cNvCxnSpPr>
            <a:cxnSpLocks/>
            <a:stCxn id="6" idx="0"/>
            <a:endCxn id="8" idx="4"/>
          </p:cNvCxnSpPr>
          <p:nvPr/>
        </p:nvCxnSpPr>
        <p:spPr>
          <a:xfrm flipH="1" flipV="1">
            <a:off x="3382805" y="1754078"/>
            <a:ext cx="38447" cy="13429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91AC39B-57E7-2C27-7501-BD2101211E29}"/>
                  </a:ext>
                </a:extLst>
              </p:cNvPr>
              <p:cNvSpPr txBox="1"/>
              <p:nvPr/>
            </p:nvSpPr>
            <p:spPr>
              <a:xfrm>
                <a:off x="1441889" y="2446460"/>
                <a:ext cx="557213" cy="499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/>
                      </m:sSubSup>
                    </m:oMath>
                  </m:oMathPara>
                </a14:m>
                <a:endParaRPr lang="en-DE" sz="2400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91AC39B-57E7-2C27-7501-BD2101211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889" y="2446460"/>
                <a:ext cx="557213" cy="499367"/>
              </a:xfrm>
              <a:prstGeom prst="rect">
                <a:avLst/>
              </a:prstGeom>
              <a:blipFill>
                <a:blip r:embed="rId2"/>
                <a:stretch>
                  <a:fillRect l="-4444" b="-25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DE8E395-DFFE-FBA9-1FA5-63FA68B6F0D9}"/>
                  </a:ext>
                </a:extLst>
              </p:cNvPr>
              <p:cNvSpPr txBox="1"/>
              <p:nvPr/>
            </p:nvSpPr>
            <p:spPr>
              <a:xfrm>
                <a:off x="1441889" y="4607252"/>
                <a:ext cx="557213" cy="498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/>
                      </m:sSubSup>
                    </m:oMath>
                  </m:oMathPara>
                </a14:m>
                <a:endParaRPr lang="en-DE" sz="2400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DE8E395-DFFE-FBA9-1FA5-63FA68B6F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889" y="4607252"/>
                <a:ext cx="557213" cy="498663"/>
              </a:xfrm>
              <a:prstGeom prst="rect">
                <a:avLst/>
              </a:prstGeom>
              <a:blipFill>
                <a:blip r:embed="rId3"/>
                <a:stretch>
                  <a:fillRect l="-444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1CC25C7-E269-AA4A-63E1-90AED44058CB}"/>
                  </a:ext>
                </a:extLst>
              </p:cNvPr>
              <p:cNvSpPr txBox="1"/>
              <p:nvPr/>
            </p:nvSpPr>
            <p:spPr>
              <a:xfrm>
                <a:off x="2823989" y="4677194"/>
                <a:ext cx="557213" cy="498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/>
                      </m:sSubSup>
                    </m:oMath>
                  </m:oMathPara>
                </a14:m>
                <a:endParaRPr lang="en-DE" sz="24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1CC25C7-E269-AA4A-63E1-90AED4405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989" y="4677194"/>
                <a:ext cx="557213" cy="498663"/>
              </a:xfrm>
              <a:prstGeom prst="rect">
                <a:avLst/>
              </a:prstGeom>
              <a:blipFill>
                <a:blip r:embed="rId4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044BBA8-760A-06B4-1D4E-490BB6D8E3CD}"/>
                  </a:ext>
                </a:extLst>
              </p:cNvPr>
              <p:cNvSpPr txBox="1"/>
              <p:nvPr/>
            </p:nvSpPr>
            <p:spPr>
              <a:xfrm>
                <a:off x="2854609" y="2446460"/>
                <a:ext cx="557213" cy="499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/>
                      </m:sSubSup>
                    </m:oMath>
                  </m:oMathPara>
                </a14:m>
                <a:endParaRPr lang="en-DE" sz="24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044BBA8-760A-06B4-1D4E-490BB6D8E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609" y="2446460"/>
                <a:ext cx="557213" cy="499367"/>
              </a:xfrm>
              <a:prstGeom prst="rect">
                <a:avLst/>
              </a:prstGeom>
              <a:blipFill>
                <a:blip r:embed="rId5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F75ED9E2-D23C-134A-2C9B-10038CE37935}"/>
              </a:ext>
            </a:extLst>
          </p:cNvPr>
          <p:cNvSpPr txBox="1"/>
          <p:nvPr/>
        </p:nvSpPr>
        <p:spPr>
          <a:xfrm>
            <a:off x="3133215" y="3226153"/>
            <a:ext cx="658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400" dirty="0"/>
              <a:t>sin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9C2ECC-B56D-C2A0-C9A3-20C9FBF3A9F5}"/>
                  </a:ext>
                </a:extLst>
              </p:cNvPr>
              <p:cNvSpPr txBox="1"/>
              <p:nvPr/>
            </p:nvSpPr>
            <p:spPr>
              <a:xfrm>
                <a:off x="3086084" y="1154568"/>
                <a:ext cx="658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DE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9C2ECC-B56D-C2A0-C9A3-20C9FBF3A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084" y="1154568"/>
                <a:ext cx="65856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D2356A71-B210-B05F-8ABB-5C4DEDCCD0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6691" y="749300"/>
            <a:ext cx="3060700" cy="535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596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7484EB9B-4BF1-5874-8F5B-20A4CD782C60}"/>
              </a:ext>
            </a:extLst>
          </p:cNvPr>
          <p:cNvSpPr>
            <a:spLocks noChangeAspect="1"/>
          </p:cNvSpPr>
          <p:nvPr/>
        </p:nvSpPr>
        <p:spPr>
          <a:xfrm>
            <a:off x="3022805" y="1034078"/>
            <a:ext cx="720000" cy="720000"/>
          </a:xfrm>
          <a:prstGeom prst="ellips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2AC082-4ABD-95FF-2525-7E96F77FDEB3}"/>
              </a:ext>
            </a:extLst>
          </p:cNvPr>
          <p:cNvCxnSpPr>
            <a:cxnSpLocks/>
            <a:stCxn id="4" idx="0"/>
            <a:endCxn id="5" idx="4"/>
          </p:cNvCxnSpPr>
          <p:nvPr/>
        </p:nvCxnSpPr>
        <p:spPr>
          <a:xfrm flipH="1" flipV="1">
            <a:off x="3386533" y="3836404"/>
            <a:ext cx="34719" cy="1350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527C751-E306-862B-7DDE-C52E9D160A8F}"/>
              </a:ext>
            </a:extLst>
          </p:cNvPr>
          <p:cNvSpPr>
            <a:spLocks noChangeAspect="1"/>
          </p:cNvSpPr>
          <p:nvPr/>
        </p:nvSpPr>
        <p:spPr>
          <a:xfrm>
            <a:off x="3026533" y="3116404"/>
            <a:ext cx="720000" cy="720000"/>
          </a:xfrm>
          <a:prstGeom prst="ellips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6E7BC52-052E-FDD3-8A23-3E64D8E162FE}"/>
              </a:ext>
            </a:extLst>
          </p:cNvPr>
          <p:cNvGrpSpPr/>
          <p:nvPr/>
        </p:nvGrpSpPr>
        <p:grpSpPr>
          <a:xfrm>
            <a:off x="3061252" y="5186977"/>
            <a:ext cx="1260689" cy="1089088"/>
            <a:chOff x="3061252" y="5844207"/>
            <a:chExt cx="1260689" cy="108908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113C8C2-7C99-6375-B5CB-43DFB1FDDD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61252" y="5844207"/>
              <a:ext cx="720000" cy="720000"/>
            </a:xfrm>
            <a:prstGeom prst="ellipse">
              <a:avLst/>
            </a:prstGeom>
            <a:ln w="38100">
              <a:solidFill>
                <a:schemeClr val="tx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DE" sz="3200" dirty="0"/>
                <a:t>x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CAD5DDF-0D50-5040-3628-DCF3CE76C6C4}"/>
                </a:ext>
              </a:extLst>
            </p:cNvPr>
            <p:cNvSpPr txBox="1"/>
            <p:nvPr/>
          </p:nvSpPr>
          <p:spPr>
            <a:xfrm>
              <a:off x="3070604" y="6563963"/>
              <a:ext cx="12513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dirty="0"/>
                <a:t>input</a:t>
              </a:r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8FA475B-FC57-E50D-FC4F-AC8A04E25E14}"/>
              </a:ext>
            </a:extLst>
          </p:cNvPr>
          <p:cNvCxnSpPr>
            <a:cxnSpLocks/>
            <a:stCxn id="5" idx="0"/>
            <a:endCxn id="8" idx="4"/>
          </p:cNvCxnSpPr>
          <p:nvPr/>
        </p:nvCxnSpPr>
        <p:spPr>
          <a:xfrm flipH="1" flipV="1">
            <a:off x="3382805" y="1754078"/>
            <a:ext cx="3728" cy="13623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1CC25C7-E269-AA4A-63E1-90AED44058CB}"/>
                  </a:ext>
                </a:extLst>
              </p:cNvPr>
              <p:cNvSpPr txBox="1"/>
              <p:nvPr/>
            </p:nvSpPr>
            <p:spPr>
              <a:xfrm>
                <a:off x="2892932" y="4545141"/>
                <a:ext cx="557213" cy="498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/>
                      </m:sSubSup>
                    </m:oMath>
                  </m:oMathPara>
                </a14:m>
                <a:endParaRPr lang="en-DE" sz="24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1CC25C7-E269-AA4A-63E1-90AED4405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932" y="4545141"/>
                <a:ext cx="557213" cy="498663"/>
              </a:xfrm>
              <a:prstGeom prst="rect">
                <a:avLst/>
              </a:prstGeom>
              <a:blipFill>
                <a:blip r:embed="rId2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ABD8E5A-008A-FE36-1DCE-4C77FD413E47}"/>
                  </a:ext>
                </a:extLst>
              </p:cNvPr>
              <p:cNvSpPr txBox="1"/>
              <p:nvPr/>
            </p:nvSpPr>
            <p:spPr>
              <a:xfrm>
                <a:off x="2876956" y="2466585"/>
                <a:ext cx="557213" cy="499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/>
                      </m:sSubSup>
                    </m:oMath>
                  </m:oMathPara>
                </a14:m>
                <a:endParaRPr lang="en-DE" sz="24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ABD8E5A-008A-FE36-1DCE-4C77FD413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956" y="2466585"/>
                <a:ext cx="557213" cy="4993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9F4AAE01-1DAD-964B-4C9F-7C0FA3B85293}"/>
              </a:ext>
            </a:extLst>
          </p:cNvPr>
          <p:cNvSpPr txBox="1"/>
          <p:nvPr/>
        </p:nvSpPr>
        <p:spPr>
          <a:xfrm>
            <a:off x="3106260" y="3231001"/>
            <a:ext cx="658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400" dirty="0"/>
              <a:t>sin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87114DAE-C89F-49B0-8B76-DC1424EF6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300" y="749300"/>
            <a:ext cx="3327400" cy="5359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9BB224-EFAC-5DF8-B9C1-817DA0FF3B56}"/>
                  </a:ext>
                </a:extLst>
              </p:cNvPr>
              <p:cNvSpPr txBox="1"/>
              <p:nvPr/>
            </p:nvSpPr>
            <p:spPr>
              <a:xfrm>
                <a:off x="3086084" y="1154568"/>
                <a:ext cx="658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DE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9BB224-EFAC-5DF8-B9C1-817DA0FF3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084" y="1154568"/>
                <a:ext cx="65856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1AC63502-84BD-D30D-D9EA-FBF48AB940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4794" y="694176"/>
            <a:ext cx="1460500" cy="535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30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2641</TotalTime>
  <Words>29</Words>
  <Application>Microsoft Macintosh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Eisenreich Sandra</dc:creator>
  <cp:lastModifiedBy>Eisenreich Sandra</cp:lastModifiedBy>
  <cp:revision>2</cp:revision>
  <dcterms:created xsi:type="dcterms:W3CDTF">2024-03-26T18:02:09Z</dcterms:created>
  <dcterms:modified xsi:type="dcterms:W3CDTF">2024-03-28T14:03:28Z</dcterms:modified>
</cp:coreProperties>
</file>