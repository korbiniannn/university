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39"/>
    <p:restoredTop sz="94604"/>
  </p:normalViewPr>
  <p:slideViewPr>
    <p:cSldViewPr snapToGrid="0">
      <p:cViewPr varScale="1">
        <p:scale>
          <a:sx n="57" d="100"/>
          <a:sy n="57" d="100"/>
        </p:scale>
        <p:origin x="192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E307-A5EE-00A8-D009-7A2DBB666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8843B-C584-D73D-89A9-D2CC593E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349CC-8891-A2F1-1BA5-49464037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D10B8-1629-0CF6-310A-A7388D40E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1A718-8495-4A53-4798-4C2BB812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024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15E3-FF59-95C6-1950-1B52E0F6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73A28-0CFC-1164-FF32-DCBC0B3C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BC763-85E2-5243-E7E2-67C10F1A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3E15C-3D27-4BF4-66D2-7CD70527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D94C8-913A-05C7-C6C2-4EEF1CC3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618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5B0EF-DC70-BF0E-A3E7-1659B7E91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9E5B2-8897-0DC4-DD04-C7A628572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D9E21-1BA2-A2E0-C9E5-34747F5B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D18C3-D71E-F5C5-7F90-D6F4177C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55ED8-3842-C9AE-AB4E-D7E028FD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6082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003E-BEB3-1AED-A1B1-2CD51857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6613-307F-7240-5C73-1113F0432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EF764-49C0-68D7-5D06-5AB890129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81201-417F-B3D0-0E8C-5C2DE7D2C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C7215-18DE-A582-373E-853F4CCB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FD03C-AEDD-E953-4D97-BF5D46C06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996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BEBF-BEB1-D0E7-F6DF-5A954B406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9E592-CD1E-A197-D55D-83541EDF6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ED544-4C97-5DA1-2D46-C4F75418B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B8ED3-96BE-1FBF-D8C9-88C0B50C2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6B7A3-52BB-806D-7F26-DCFE9F867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EF82A-D325-6FA3-39F9-4E7D6FFC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EA6513-FCEF-D8B2-64A5-428F3A12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EA44C-66DD-FD07-8420-6CFF568B7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488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D1A7-7CD1-9ABD-9090-569948082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CEE24-EA63-D2E2-DA63-463E5B36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FD638-5DBE-EE8F-CEB2-8F34A564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7F4A9-9F95-D448-C3E3-C2AD4BBA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5829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6DA2DE-A1A8-AF52-7090-3C927AB6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82AAB-7E30-BB16-1B88-2E7812F9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43E34-F709-19E7-2F03-E0EF6A48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538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A953-8271-7A6B-9533-ACF4B7FF7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E8CF-C7BD-44DC-CD98-1A0AB5A18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58C2D-8208-D338-B4B5-C28D85B10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E37B-2002-9AF2-882C-9C82E627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5D89E-A1B9-ABDE-FC5D-1265638C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D0298-8921-F1C2-A70D-33637928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261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14D4-D732-3C85-41CA-E006D9F77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0D8D1-F26A-F3CF-8AE7-38A3B8B18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0994E-C7F4-A300-1B85-B785DD410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74324-6721-3157-2455-26A44643A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E22D1-E0FA-03FB-FC8A-0A4C8388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539BD-73FE-AD8E-30D1-00F8547D1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944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CF9C-B5AC-9324-1DD2-7BBC2C14C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CBD59-0BAB-86E8-47B2-2CD62E130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80752-9705-5D62-6EA4-439D93FD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FC034-4E25-67D5-6C82-E3C54443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0ACB6-FFD4-6007-6AAB-8BC97A86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9928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46D983-8399-C653-896F-E6F6972C4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3517E-6823-A08A-D2BF-2F0B3A267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135F4-49B3-9F76-1697-6388DE01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80E76-551E-21B7-7E75-E9757B09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190E1-CAC2-48ED-CA8F-099B56B6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04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D7970-5410-0F31-8C86-9A4C7833E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81030-AEE1-D7AF-E253-A635B9886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0B5E9-9763-C3C1-E4A8-491407CA8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4CDA5-947F-2D4E-B0FC-F78511BF760D}" type="datetimeFigureOut">
              <a:rPr lang="en-DE" smtClean="0"/>
              <a:t>12.03.24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F3E3-65A2-E240-BE19-C3A365E83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9F8B8-BB3A-C8AD-6949-3F96381A5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9A631-B461-9244-AAFB-191BA3A8A2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215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9047512-7CB3-B9E2-EC13-E8164033B99B}"/>
              </a:ext>
            </a:extLst>
          </p:cNvPr>
          <p:cNvSpPr/>
          <p:nvPr/>
        </p:nvSpPr>
        <p:spPr>
          <a:xfrm>
            <a:off x="2634261" y="1961322"/>
            <a:ext cx="7132591" cy="324678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B09D5-DA17-F45A-D3C4-9141000A8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0" y="2082800"/>
            <a:ext cx="6832600" cy="2692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872D87-7BA6-0E76-A30D-7D3BB07E90C6}"/>
              </a:ext>
            </a:extLst>
          </p:cNvPr>
          <p:cNvSpPr/>
          <p:nvPr/>
        </p:nvSpPr>
        <p:spPr>
          <a:xfrm>
            <a:off x="4951760" y="2810390"/>
            <a:ext cx="318052" cy="344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2000" dirty="0"/>
              <a:t>H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B38121-34C4-55C2-FF74-7DFEB950F77F}"/>
              </a:ext>
            </a:extLst>
          </p:cNvPr>
          <p:cNvGrpSpPr>
            <a:grpSpLocks noChangeAspect="1"/>
          </p:cNvGrpSpPr>
          <p:nvPr/>
        </p:nvGrpSpPr>
        <p:grpSpPr>
          <a:xfrm>
            <a:off x="4860882" y="3313024"/>
            <a:ext cx="455905" cy="231952"/>
            <a:chOff x="5776856" y="1430767"/>
            <a:chExt cx="613186" cy="31197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D4F1CCD-7E68-55BB-5C9C-D69B64DFC897}"/>
                </a:ext>
              </a:extLst>
            </p:cNvPr>
            <p:cNvCxnSpPr>
              <a:cxnSpLocks/>
            </p:cNvCxnSpPr>
            <p:nvPr/>
          </p:nvCxnSpPr>
          <p:spPr>
            <a:xfrm>
              <a:off x="5776856" y="1742739"/>
              <a:ext cx="31914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CFCB847-DAA2-327D-C6AD-93EB332E3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1430767"/>
              <a:ext cx="0" cy="3119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9F61D45-3369-84B7-6AB2-B3517D56275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430767"/>
              <a:ext cx="29404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1A4849A-C1A6-9818-0FB5-1F5A968EF09C}"/>
              </a:ext>
            </a:extLst>
          </p:cNvPr>
          <p:cNvSpPr/>
          <p:nvPr/>
        </p:nvSpPr>
        <p:spPr>
          <a:xfrm>
            <a:off x="5844209" y="3114261"/>
            <a:ext cx="384313" cy="23195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35FD16-0692-80EB-6FBB-23109B5C461F}"/>
              </a:ext>
            </a:extLst>
          </p:cNvPr>
          <p:cNvSpPr/>
          <p:nvPr/>
        </p:nvSpPr>
        <p:spPr>
          <a:xfrm>
            <a:off x="6741214" y="3114260"/>
            <a:ext cx="947064" cy="60958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2000" dirty="0"/>
              <a:t>1 or 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B77641-1C7E-3797-2843-02FF18ACD393}"/>
              </a:ext>
            </a:extLst>
          </p:cNvPr>
          <p:cNvSpPr/>
          <p:nvPr/>
        </p:nvSpPr>
        <p:spPr>
          <a:xfrm>
            <a:off x="7732644" y="2451651"/>
            <a:ext cx="318052" cy="344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2800" dirty="0"/>
              <a:t>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BC97FB-6687-49E7-82BC-57BB24AC6342}"/>
              </a:ext>
            </a:extLst>
          </p:cNvPr>
          <p:cNvSpPr/>
          <p:nvPr/>
        </p:nvSpPr>
        <p:spPr>
          <a:xfrm>
            <a:off x="7235687" y="3723849"/>
            <a:ext cx="2372139" cy="105135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E431C9-9468-A522-4FEB-FD6B678B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5859668"/>
            <a:ext cx="6934200" cy="2692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BCE366-345B-A707-2887-5412D67AB870}"/>
                  </a:ext>
                </a:extLst>
              </p:cNvPr>
              <p:cNvSpPr txBox="1"/>
              <p:nvPr/>
            </p:nvSpPr>
            <p:spPr>
              <a:xfrm>
                <a:off x="3584120" y="4034999"/>
                <a:ext cx="2553523" cy="1044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</a:t>
                </a:r>
                <a:r>
                  <a:rPr lang="en-DE" sz="1400" dirty="0"/>
                  <a:t>eighted (by arrow value) </a:t>
                </a:r>
              </a:p>
              <a:p>
                <a:r>
                  <a:rPr lang="en-DE" sz="1400" dirty="0"/>
                  <a:t>sum of the inputs: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∙1+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DE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e-DE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e-D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BCE366-345B-A707-2887-5412D67AB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120" y="4034999"/>
                <a:ext cx="2553523" cy="1044901"/>
              </a:xfrm>
              <a:prstGeom prst="rect">
                <a:avLst/>
              </a:prstGeom>
              <a:blipFill>
                <a:blip r:embed="rId4"/>
                <a:stretch>
                  <a:fillRect l="-990" t="-28916" b="-10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C600FD-CAAD-DE1A-36D8-FBD20BE4C146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4860882" y="3599498"/>
            <a:ext cx="4553" cy="43550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9081D0-8866-586E-9C02-62EF52E74AC2}"/>
                  </a:ext>
                </a:extLst>
              </p:cNvPr>
              <p:cNvSpPr txBox="1"/>
              <p:nvPr/>
            </p:nvSpPr>
            <p:spPr>
              <a:xfrm rot="5400000">
                <a:off x="6912576" y="2799680"/>
                <a:ext cx="6004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DE" sz="28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9081D0-8866-586E-9C02-62EF52E74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12576" y="2799680"/>
                <a:ext cx="60049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F42C1B92-0643-5305-76F1-9A339FF3C1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066" y="6526418"/>
            <a:ext cx="6934200" cy="40513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F764503-730C-894F-CB3B-BCB41154A3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731" y="6858000"/>
            <a:ext cx="71374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2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1A349C-DB98-E0ED-5DD3-5BA118A78E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474"/>
          <a:stretch/>
        </p:blipFill>
        <p:spPr>
          <a:xfrm>
            <a:off x="1036430" y="736600"/>
            <a:ext cx="2700683" cy="2692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5CFC76-96D5-540C-6A37-ABB162D50C7F}"/>
              </a:ext>
            </a:extLst>
          </p:cNvPr>
          <p:cNvSpPr/>
          <p:nvPr/>
        </p:nvSpPr>
        <p:spPr>
          <a:xfrm>
            <a:off x="4452730" y="4757529"/>
            <a:ext cx="1643270" cy="8481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0307D1-C5B6-BAE7-1E47-D37CCEE5F2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474" t="7034" b="65094"/>
          <a:stretch/>
        </p:blipFill>
        <p:spPr>
          <a:xfrm>
            <a:off x="4257259" y="1707598"/>
            <a:ext cx="2700684" cy="75040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738AD9-FB42-5F94-C406-29E1851E7528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737113" y="2082800"/>
            <a:ext cx="520146" cy="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D65A8DC-5AC6-5E48-DCA7-BECF454AD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550" y="4165600"/>
            <a:ext cx="5930900" cy="2692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3F1908B-AC4E-09C2-1035-C0A4C77CB6BF}"/>
              </a:ext>
            </a:extLst>
          </p:cNvPr>
          <p:cNvSpPr/>
          <p:nvPr/>
        </p:nvSpPr>
        <p:spPr>
          <a:xfrm>
            <a:off x="1036430" y="736600"/>
            <a:ext cx="6040231" cy="2692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360205-4A9D-8E6E-0B5A-415471152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400" y="2082800"/>
            <a:ext cx="60452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5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F577-060E-704A-2512-75E77C61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E4401-86C8-9B90-EAD6-8221EB3AB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AA8AF-F7E1-5884-18C8-A6DF6B0ED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75029"/>
            <a:ext cx="7772400" cy="55079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3A83EF-E89A-2D6A-2B2A-6BD29DC7219B}"/>
              </a:ext>
            </a:extLst>
          </p:cNvPr>
          <p:cNvSpPr/>
          <p:nvPr/>
        </p:nvSpPr>
        <p:spPr>
          <a:xfrm>
            <a:off x="3882887" y="2663687"/>
            <a:ext cx="1510748" cy="5035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9E86AC-05E7-97F0-3C6C-CDD735672AB2}"/>
              </a:ext>
            </a:extLst>
          </p:cNvPr>
          <p:cNvSpPr/>
          <p:nvPr/>
        </p:nvSpPr>
        <p:spPr>
          <a:xfrm>
            <a:off x="5526157" y="2663687"/>
            <a:ext cx="477078" cy="251791"/>
          </a:xfrm>
          <a:prstGeom prst="ellipse">
            <a:avLst/>
          </a:prstGeom>
          <a:solidFill>
            <a:srgbClr val="C2D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400" b="1" dirty="0">
                <a:solidFill>
                  <a:schemeClr val="tx1"/>
                </a:solidFill>
              </a:rPr>
              <a:t>a</a:t>
            </a:r>
            <a:endParaRPr lang="en-DE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0E450D-B1C5-C51E-F7CE-A5584B87ED46}"/>
              </a:ext>
            </a:extLst>
          </p:cNvPr>
          <p:cNvSpPr/>
          <p:nvPr/>
        </p:nvSpPr>
        <p:spPr>
          <a:xfrm>
            <a:off x="6738731" y="2663687"/>
            <a:ext cx="477078" cy="251792"/>
          </a:xfrm>
          <a:prstGeom prst="ellipse">
            <a:avLst/>
          </a:prstGeom>
          <a:solidFill>
            <a:srgbClr val="C2D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400" b="1" dirty="0">
                <a:solidFill>
                  <a:schemeClr val="tx1"/>
                </a:solidFill>
              </a:rPr>
              <a:t>a</a:t>
            </a:r>
            <a:endParaRPr lang="en-DE" b="1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6098C-6406-EDFE-E29F-72699439FC22}"/>
              </a:ext>
            </a:extLst>
          </p:cNvPr>
          <p:cNvSpPr/>
          <p:nvPr/>
        </p:nvSpPr>
        <p:spPr>
          <a:xfrm>
            <a:off x="7938053" y="2663686"/>
            <a:ext cx="477078" cy="251791"/>
          </a:xfrm>
          <a:prstGeom prst="ellipse">
            <a:avLst/>
          </a:prstGeom>
          <a:solidFill>
            <a:srgbClr val="C2D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400" b="1" dirty="0">
                <a:solidFill>
                  <a:schemeClr val="tx1"/>
                </a:solidFill>
              </a:rPr>
              <a:t>a</a:t>
            </a:r>
            <a:endParaRPr lang="en-DE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3BE6B2-B810-12DE-447C-97EE5B7ED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825500"/>
            <a:ext cx="7772400" cy="5511800"/>
          </a:xfrm>
          <a:prstGeom prst="rect">
            <a:avLst/>
          </a:prstGeom>
        </p:spPr>
      </p:pic>
      <p:sp>
        <p:nvSpPr>
          <p:cNvPr id="16" name="Left Brace 15">
            <a:extLst>
              <a:ext uri="{FF2B5EF4-FFF2-40B4-BE49-F238E27FC236}">
                <a16:creationId xmlns:a16="http://schemas.microsoft.com/office/drawing/2014/main" id="{69EFECF4-C06C-02A7-8E01-2D2B88386F52}"/>
              </a:ext>
            </a:extLst>
          </p:cNvPr>
          <p:cNvSpPr/>
          <p:nvPr/>
        </p:nvSpPr>
        <p:spPr>
          <a:xfrm>
            <a:off x="4943062" y="3101009"/>
            <a:ext cx="344556" cy="1417982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2F9FC4-7161-6130-0F3A-C243F18DC642}"/>
              </a:ext>
            </a:extLst>
          </p:cNvPr>
          <p:cNvSpPr txBox="1"/>
          <p:nvPr/>
        </p:nvSpPr>
        <p:spPr>
          <a:xfrm>
            <a:off x="3644348" y="3608847"/>
            <a:ext cx="1285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/>
              <a:t>Linear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1E19A7-C487-4C35-A292-3E72B427DCF3}"/>
              </a:ext>
            </a:extLst>
          </p:cNvPr>
          <p:cNvSpPr txBox="1"/>
          <p:nvPr/>
        </p:nvSpPr>
        <p:spPr>
          <a:xfrm>
            <a:off x="2663687" y="2746002"/>
            <a:ext cx="2266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dirty="0"/>
              <a:t>Activation function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F8148B-DCFB-4EE2-EC48-73D72009B7FA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4929810" y="2940672"/>
            <a:ext cx="834886" cy="5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72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2297-0147-69D6-3FF8-EB82BD3F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89F4E-EDF0-5D8E-61ED-E20B00772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F572B-F367-F0CF-D804-93F931779418}"/>
              </a:ext>
            </a:extLst>
          </p:cNvPr>
          <p:cNvSpPr/>
          <p:nvPr/>
        </p:nvSpPr>
        <p:spPr>
          <a:xfrm>
            <a:off x="3882887" y="2663687"/>
            <a:ext cx="1510748" cy="5035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3B9918-A01C-75AF-25C5-4BD1EE1EAE9C}"/>
              </a:ext>
            </a:extLst>
          </p:cNvPr>
          <p:cNvSpPr/>
          <p:nvPr/>
        </p:nvSpPr>
        <p:spPr>
          <a:xfrm>
            <a:off x="5526157" y="2663687"/>
            <a:ext cx="477078" cy="251791"/>
          </a:xfrm>
          <a:prstGeom prst="ellipse">
            <a:avLst/>
          </a:prstGeom>
          <a:solidFill>
            <a:srgbClr val="C2D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400" b="1" dirty="0">
                <a:solidFill>
                  <a:schemeClr val="tx1"/>
                </a:solidFill>
              </a:rPr>
              <a:t>a</a:t>
            </a:r>
            <a:endParaRPr lang="en-DE" b="1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E962C5-06F8-3C7F-2F10-C001E883F951}"/>
              </a:ext>
            </a:extLst>
          </p:cNvPr>
          <p:cNvSpPr/>
          <p:nvPr/>
        </p:nvSpPr>
        <p:spPr>
          <a:xfrm>
            <a:off x="6738731" y="2663687"/>
            <a:ext cx="477078" cy="251792"/>
          </a:xfrm>
          <a:prstGeom prst="ellipse">
            <a:avLst/>
          </a:prstGeom>
          <a:solidFill>
            <a:srgbClr val="C2D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400" b="1" dirty="0">
                <a:solidFill>
                  <a:schemeClr val="tx1"/>
                </a:solidFill>
              </a:rPr>
              <a:t>a</a:t>
            </a:r>
            <a:endParaRPr lang="en-DE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DC15F6-0763-939A-0C40-26586B16A3CE}"/>
              </a:ext>
            </a:extLst>
          </p:cNvPr>
          <p:cNvSpPr/>
          <p:nvPr/>
        </p:nvSpPr>
        <p:spPr>
          <a:xfrm>
            <a:off x="7938053" y="2663686"/>
            <a:ext cx="477078" cy="251791"/>
          </a:xfrm>
          <a:prstGeom prst="ellipse">
            <a:avLst/>
          </a:prstGeom>
          <a:solidFill>
            <a:srgbClr val="C2D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400" b="1" dirty="0">
                <a:solidFill>
                  <a:schemeClr val="tx1"/>
                </a:solidFill>
              </a:rPr>
              <a:t>a</a:t>
            </a:r>
            <a:endParaRPr lang="en-DE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C9E53E-A839-EC47-0620-A8FD71A6F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825500"/>
            <a:ext cx="7772400" cy="5511800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8B5AF031-5D9C-9C72-8041-5213FF0779C5}"/>
              </a:ext>
            </a:extLst>
          </p:cNvPr>
          <p:cNvSpPr/>
          <p:nvPr/>
        </p:nvSpPr>
        <p:spPr>
          <a:xfrm>
            <a:off x="4943062" y="3101009"/>
            <a:ext cx="344556" cy="1417982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FB008-86A4-6B5E-58A4-AB92E32CC2C4}"/>
              </a:ext>
            </a:extLst>
          </p:cNvPr>
          <p:cNvSpPr txBox="1"/>
          <p:nvPr/>
        </p:nvSpPr>
        <p:spPr>
          <a:xfrm>
            <a:off x="3644348" y="3608847"/>
            <a:ext cx="1285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/>
              <a:t>Linear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8515D8-FD1E-8EA4-D23B-1ACA77449A1F}"/>
              </a:ext>
            </a:extLst>
          </p:cNvPr>
          <p:cNvSpPr txBox="1"/>
          <p:nvPr/>
        </p:nvSpPr>
        <p:spPr>
          <a:xfrm>
            <a:off x="2663687" y="2746002"/>
            <a:ext cx="2266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dirty="0"/>
              <a:t>Activation function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00707E-E303-C2AA-C39A-0FC85B2B1ED5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929810" y="2940672"/>
            <a:ext cx="834886" cy="5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EAC38E5-B354-8C98-12E8-3D3171CA4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673100"/>
            <a:ext cx="7772400" cy="55118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A2475D2-1818-BDFF-3680-CFDBA56E86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001"/>
          <a:stretch/>
        </p:blipFill>
        <p:spPr>
          <a:xfrm>
            <a:off x="2362200" y="1817688"/>
            <a:ext cx="7772400" cy="451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10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B737-F127-AF8A-EDCE-8316C4B59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4E7D4-77B6-8ACF-69E7-5B444580A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3809E-35AF-B5D5-FF35-D476EB155D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55"/>
          <a:stretch/>
        </p:blipFill>
        <p:spPr>
          <a:xfrm>
            <a:off x="2514600" y="4553121"/>
            <a:ext cx="7772400" cy="448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77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41</Words>
  <Application>Microsoft Macintosh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1</cp:revision>
  <dcterms:created xsi:type="dcterms:W3CDTF">2024-03-12T20:20:01Z</dcterms:created>
  <dcterms:modified xsi:type="dcterms:W3CDTF">2024-03-14T20:05:28Z</dcterms:modified>
</cp:coreProperties>
</file>