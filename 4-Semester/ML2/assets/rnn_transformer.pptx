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81"/>
  </p:normalViewPr>
  <p:slideViewPr>
    <p:cSldViewPr snapToGrid="0">
      <p:cViewPr varScale="1">
        <p:scale>
          <a:sx n="96" d="100"/>
          <a:sy n="96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16B7-2C86-BA1C-1042-E4B80230E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13139-7227-39CA-5672-3A80D5816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CB516-9CBF-F003-5223-03390672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19C5F-A18F-BE9A-EEDE-8B3828DA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620D-37A8-5F72-0C13-FEC4BEFF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817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EDB5-3CA0-E8FF-8343-46309AF9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3516-9203-C7D2-F01B-EB8A3565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B310-813F-B9D7-6A3F-49EA50AC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FD42D-0A75-325F-A771-31584548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FB45-D487-0597-2102-428A7F87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036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E8EC-D685-9B85-982A-39CEABA4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B0E96-847D-6C12-80C2-ADB5C7C17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514E-AAE2-9ED7-7B68-1516F17B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07DC3-232F-BAFE-36D0-F22130BD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FD40B-F8EE-3EBD-29E3-A08BEF9C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762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5FC7-AD51-E6B5-9BD3-09FA2834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76BF-B010-E4DD-FAA8-DF378C74D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CA4BD-461F-5253-0190-1008727C0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E600E-9170-A606-1DEB-A7D18596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EFDA8-FE61-AE59-F673-715865D1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8B169-7F19-8416-6F02-0252165D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09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BB69-6FC6-6EF6-D611-CAB5618D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7A6F5-0CF3-056F-674F-B92A461A6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FB605-2062-AABE-914B-DFE5FA63E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84105-98AC-1561-F019-7701D3FAF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4A917-A14C-FC08-9CDD-6FC24D645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2E103-8AA2-028E-B38F-EB490E37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A878D-7B07-593C-6C94-D2B1D256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DC603-E4D7-068D-6DD3-01AE072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962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CF19-88BF-23A5-04EA-C2DE19E3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3536B-0F07-6EDD-A9DC-4FBCE11B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BAD83-7B03-DFE2-8755-AF2EC0B3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DD72E-3E5F-71C1-9D7A-DED8964A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360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FD54A-78A1-06F3-366C-9CC5D2BA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E86A6-6AF5-8D8E-39AB-A81AFB84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CA83E-28E5-F2F3-D7CB-8865193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949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0744-762E-976F-9C90-C2386FD4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1DE1-796F-8AA3-6ABA-5DC62E78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E0449-60D0-C632-FBD8-C4E54730F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79CD-4FD3-C643-AEBE-58E65FF6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DD052-A439-B958-E489-774F6DD7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5C28-EE54-7934-20CC-7F5957D0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041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9BEC-6A24-9391-AD24-903F578B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D7419-A6C3-F953-BEBE-B58822852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98A62-186E-FA93-7BE8-72A1D7783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8DD40-6D5E-7634-6E39-32F18600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0699C-4E1A-D57D-D6B0-E4388C48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3AB8C-2F55-46F8-F4E1-332E0553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724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4EF0-5D9C-BACE-DA71-0F04964D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A8056-55C6-9604-B641-25A7674EB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A5503-5138-E57B-3604-F4EC9389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37356-9E8A-80AC-959F-5ED8224A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8469F-7A84-7D01-E2CF-4E062125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134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825A7-EC91-8836-E0E3-759163713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59502-BBF5-ADD9-1977-A501C9889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7F5BF-E96B-D705-7C75-CCAFE3A2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48D1-8774-6D25-5BC0-3DC26D0B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13E02-ACAE-3D92-5D28-E01B725C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494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96E9B-AFCA-B439-DDFC-D616C260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C1613-8D76-DE9B-CC58-6693EF91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4D4C4-DF1D-6A63-C10B-E37389B3F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FC2FA-E519-0E41-B582-D3DB2609769B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94749-A72F-6493-9F0C-AD6772111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232C4-1C08-AF1D-C2DB-E3D0CD07F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AFD09-44A1-3442-BB41-7B1C5FB231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494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11">
            <a:extLst>
              <a:ext uri="{FF2B5EF4-FFF2-40B4-BE49-F238E27FC236}">
                <a16:creationId xmlns:a16="http://schemas.microsoft.com/office/drawing/2014/main" id="{5EAB18C7-3792-BB3E-5D58-5F66288B4147}"/>
              </a:ext>
            </a:extLst>
          </p:cNvPr>
          <p:cNvSpPr txBox="1"/>
          <p:nvPr/>
        </p:nvSpPr>
        <p:spPr>
          <a:xfrm>
            <a:off x="717832" y="384098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i</a:t>
            </a:r>
          </a:p>
        </p:txBody>
      </p:sp>
      <p:sp>
        <p:nvSpPr>
          <p:cNvPr id="5" name="Ellipse 13">
            <a:extLst>
              <a:ext uri="{FF2B5EF4-FFF2-40B4-BE49-F238E27FC236}">
                <a16:creationId xmlns:a16="http://schemas.microsoft.com/office/drawing/2014/main" id="{C6311AF7-E39D-53A4-36A7-2B2B59799796}"/>
              </a:ext>
            </a:extLst>
          </p:cNvPr>
          <p:cNvSpPr>
            <a:spLocks noChangeAspect="1"/>
          </p:cNvSpPr>
          <p:nvPr/>
        </p:nvSpPr>
        <p:spPr>
          <a:xfrm>
            <a:off x="805088" y="3539391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6" name="Ellipse 14">
            <a:extLst>
              <a:ext uri="{FF2B5EF4-FFF2-40B4-BE49-F238E27FC236}">
                <a16:creationId xmlns:a16="http://schemas.microsoft.com/office/drawing/2014/main" id="{22826088-A344-5B80-3123-E7D53249AFD5}"/>
              </a:ext>
            </a:extLst>
          </p:cNvPr>
          <p:cNvSpPr>
            <a:spLocks noChangeAspect="1"/>
          </p:cNvSpPr>
          <p:nvPr/>
        </p:nvSpPr>
        <p:spPr>
          <a:xfrm>
            <a:off x="1224188" y="3539390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7" name="Ellipse 15">
            <a:extLst>
              <a:ext uri="{FF2B5EF4-FFF2-40B4-BE49-F238E27FC236}">
                <a16:creationId xmlns:a16="http://schemas.microsoft.com/office/drawing/2014/main" id="{59993209-16A1-60BF-CCD9-74341C9DF585}"/>
              </a:ext>
            </a:extLst>
          </p:cNvPr>
          <p:cNvSpPr>
            <a:spLocks noChangeAspect="1"/>
          </p:cNvSpPr>
          <p:nvPr/>
        </p:nvSpPr>
        <p:spPr>
          <a:xfrm>
            <a:off x="1643288" y="3539389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8" name="Textfeld 18">
            <a:extLst>
              <a:ext uri="{FF2B5EF4-FFF2-40B4-BE49-F238E27FC236}">
                <a16:creationId xmlns:a16="http://schemas.microsoft.com/office/drawing/2014/main" id="{8068C493-4A55-DC3A-BD2C-CDEE58BA2F25}"/>
              </a:ext>
            </a:extLst>
          </p:cNvPr>
          <p:cNvSpPr txBox="1"/>
          <p:nvPr/>
        </p:nvSpPr>
        <p:spPr>
          <a:xfrm>
            <a:off x="1116498" y="3841103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love</a:t>
            </a:r>
            <a:endParaRPr lang="de-DE" sz="1400" dirty="0"/>
          </a:p>
        </p:txBody>
      </p:sp>
      <p:sp>
        <p:nvSpPr>
          <p:cNvPr id="9" name="Textfeld 19">
            <a:extLst>
              <a:ext uri="{FF2B5EF4-FFF2-40B4-BE49-F238E27FC236}">
                <a16:creationId xmlns:a16="http://schemas.microsoft.com/office/drawing/2014/main" id="{B91F0213-167D-A4C1-0EF1-DD7C9863C150}"/>
              </a:ext>
            </a:extLst>
          </p:cNvPr>
          <p:cNvSpPr txBox="1"/>
          <p:nvPr/>
        </p:nvSpPr>
        <p:spPr>
          <a:xfrm>
            <a:off x="1596199" y="3839521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cats</a:t>
            </a:r>
            <a:endParaRPr lang="de-DE" sz="1400" dirty="0"/>
          </a:p>
        </p:txBody>
      </p:sp>
      <p:cxnSp>
        <p:nvCxnSpPr>
          <p:cNvPr id="10" name="Gerade Verbindung mit Pfeil 25">
            <a:extLst>
              <a:ext uri="{FF2B5EF4-FFF2-40B4-BE49-F238E27FC236}">
                <a16:creationId xmlns:a16="http://schemas.microsoft.com/office/drawing/2014/main" id="{94B57E15-941A-769E-8378-73710DF16F5A}"/>
              </a:ext>
            </a:extLst>
          </p:cNvPr>
          <p:cNvCxnSpPr>
            <a:cxnSpLocks/>
          </p:cNvCxnSpPr>
          <p:nvPr/>
        </p:nvCxnSpPr>
        <p:spPr>
          <a:xfrm flipV="1">
            <a:off x="927382" y="317091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28">
            <a:extLst>
              <a:ext uri="{FF2B5EF4-FFF2-40B4-BE49-F238E27FC236}">
                <a16:creationId xmlns:a16="http://schemas.microsoft.com/office/drawing/2014/main" id="{5399FA1C-6738-9AC4-9ECB-865E94D0746F}"/>
              </a:ext>
            </a:extLst>
          </p:cNvPr>
          <p:cNvCxnSpPr>
            <a:cxnSpLocks/>
          </p:cNvCxnSpPr>
          <p:nvPr/>
        </p:nvCxnSpPr>
        <p:spPr>
          <a:xfrm flipV="1">
            <a:off x="1346482" y="318255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30">
            <a:extLst>
              <a:ext uri="{FF2B5EF4-FFF2-40B4-BE49-F238E27FC236}">
                <a16:creationId xmlns:a16="http://schemas.microsoft.com/office/drawing/2014/main" id="{10898158-6BBD-E57D-7932-BDD2A38AC08B}"/>
              </a:ext>
            </a:extLst>
          </p:cNvPr>
          <p:cNvCxnSpPr>
            <a:cxnSpLocks/>
          </p:cNvCxnSpPr>
          <p:nvPr/>
        </p:nvCxnSpPr>
        <p:spPr>
          <a:xfrm flipV="1">
            <a:off x="1765582" y="316689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32">
            <a:extLst>
              <a:ext uri="{FF2B5EF4-FFF2-40B4-BE49-F238E27FC236}">
                <a16:creationId xmlns:a16="http://schemas.microsoft.com/office/drawing/2014/main" id="{F0FBA01F-066C-8D1E-E05A-8C111701734C}"/>
              </a:ext>
            </a:extLst>
          </p:cNvPr>
          <p:cNvSpPr/>
          <p:nvPr/>
        </p:nvSpPr>
        <p:spPr>
          <a:xfrm>
            <a:off x="862125" y="2766496"/>
            <a:ext cx="952881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Encoder</a:t>
            </a:r>
          </a:p>
        </p:txBody>
      </p:sp>
      <p:cxnSp>
        <p:nvCxnSpPr>
          <p:cNvPr id="14" name="Gerade Verbindung mit Pfeil 37">
            <a:extLst>
              <a:ext uri="{FF2B5EF4-FFF2-40B4-BE49-F238E27FC236}">
                <a16:creationId xmlns:a16="http://schemas.microsoft.com/office/drawing/2014/main" id="{B3700BA6-6A85-99B1-BDD8-CCAEBC047965}"/>
              </a:ext>
            </a:extLst>
          </p:cNvPr>
          <p:cNvCxnSpPr>
            <a:cxnSpLocks/>
          </p:cNvCxnSpPr>
          <p:nvPr/>
        </p:nvCxnSpPr>
        <p:spPr>
          <a:xfrm flipV="1">
            <a:off x="1346482" y="237998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38">
                <a:extLst>
                  <a:ext uri="{FF2B5EF4-FFF2-40B4-BE49-F238E27FC236}">
                    <a16:creationId xmlns:a16="http://schemas.microsoft.com/office/drawing/2014/main" id="{6F36B3A6-E0AF-189F-0EAD-41D630F6F5C3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15" name="Textfeld 38">
                <a:extLst>
                  <a:ext uri="{FF2B5EF4-FFF2-40B4-BE49-F238E27FC236}">
                    <a16:creationId xmlns:a16="http://schemas.microsoft.com/office/drawing/2014/main" id="{6F36B3A6-E0AF-189F-0EAD-41D630F6F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pieren 10">
            <a:extLst>
              <a:ext uri="{FF2B5EF4-FFF2-40B4-BE49-F238E27FC236}">
                <a16:creationId xmlns:a16="http://schemas.microsoft.com/office/drawing/2014/main" id="{6C6CA4CA-96A3-4DAD-390B-B9B0D9741638}"/>
              </a:ext>
            </a:extLst>
          </p:cNvPr>
          <p:cNvGrpSpPr/>
          <p:nvPr/>
        </p:nvGrpSpPr>
        <p:grpSpPr>
          <a:xfrm>
            <a:off x="3113345" y="2475331"/>
            <a:ext cx="419100" cy="885518"/>
            <a:chOff x="9847951" y="3186182"/>
            <a:chExt cx="419100" cy="885518"/>
          </a:xfrm>
        </p:grpSpPr>
        <p:sp>
          <p:nvSpPr>
            <p:cNvPr id="17" name="Textfeld 41">
              <a:extLst>
                <a:ext uri="{FF2B5EF4-FFF2-40B4-BE49-F238E27FC236}">
                  <a16:creationId xmlns:a16="http://schemas.microsoft.com/office/drawing/2014/main" id="{884F9BCE-1E75-6C13-B190-7CA1AAA6C082}"/>
                </a:ext>
              </a:extLst>
            </p:cNvPr>
            <p:cNvSpPr txBox="1"/>
            <p:nvPr/>
          </p:nvSpPr>
          <p:spPr>
            <a:xfrm>
              <a:off x="9847951" y="3856256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00B050"/>
                  </a:solidFill>
                </a:rPr>
                <a:t>ich</a:t>
              </a:r>
            </a:p>
          </p:txBody>
        </p:sp>
        <p:sp>
          <p:nvSpPr>
            <p:cNvPr id="18" name="Ellipse 42">
              <a:extLst>
                <a:ext uri="{FF2B5EF4-FFF2-40B4-BE49-F238E27FC236}">
                  <a16:creationId xmlns:a16="http://schemas.microsoft.com/office/drawing/2014/main" id="{89CEF897-1358-D8DD-DE52-72A155B3B7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5207" y="3554658"/>
              <a:ext cx="244588" cy="244475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cxnSp>
          <p:nvCxnSpPr>
            <p:cNvPr id="19" name="Gerade Verbindung mit Pfeil 47">
              <a:extLst>
                <a:ext uri="{FF2B5EF4-FFF2-40B4-BE49-F238E27FC236}">
                  <a16:creationId xmlns:a16="http://schemas.microsoft.com/office/drawing/2014/main" id="{8C4AFC99-0F1F-EA10-14AC-9735E40B6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7501" y="3186182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2">
            <a:extLst>
              <a:ext uri="{FF2B5EF4-FFF2-40B4-BE49-F238E27FC236}">
                <a16:creationId xmlns:a16="http://schemas.microsoft.com/office/drawing/2014/main" id="{389C0B86-E705-5A3B-E47A-B6935BB98610}"/>
              </a:ext>
            </a:extLst>
          </p:cNvPr>
          <p:cNvGrpSpPr/>
          <p:nvPr/>
        </p:nvGrpSpPr>
        <p:grpSpPr>
          <a:xfrm>
            <a:off x="3552529" y="2477934"/>
            <a:ext cx="419100" cy="872415"/>
            <a:chOff x="10287135" y="3197817"/>
            <a:chExt cx="419100" cy="872415"/>
          </a:xfrm>
        </p:grpSpPr>
        <p:sp>
          <p:nvSpPr>
            <p:cNvPr id="21" name="Ellipse 43">
              <a:extLst>
                <a:ext uri="{FF2B5EF4-FFF2-40B4-BE49-F238E27FC236}">
                  <a16:creationId xmlns:a16="http://schemas.microsoft.com/office/drawing/2014/main" id="{32A66285-D025-051D-265B-0D491225D2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54307" y="3554657"/>
              <a:ext cx="244588" cy="244475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2" name="Textfeld 45">
              <a:extLst>
                <a:ext uri="{FF2B5EF4-FFF2-40B4-BE49-F238E27FC236}">
                  <a16:creationId xmlns:a16="http://schemas.microsoft.com/office/drawing/2014/main" id="{1ACB224E-D476-967D-FE86-98919A581E23}"/>
                </a:ext>
              </a:extLst>
            </p:cNvPr>
            <p:cNvSpPr txBox="1"/>
            <p:nvPr/>
          </p:nvSpPr>
          <p:spPr>
            <a:xfrm>
              <a:off x="10287135" y="3854788"/>
              <a:ext cx="4191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liebe</a:t>
              </a:r>
            </a:p>
          </p:txBody>
        </p:sp>
        <p:cxnSp>
          <p:nvCxnSpPr>
            <p:cNvPr id="23" name="Gerade Verbindung mit Pfeil 48">
              <a:extLst>
                <a:ext uri="{FF2B5EF4-FFF2-40B4-BE49-F238E27FC236}">
                  <a16:creationId xmlns:a16="http://schemas.microsoft.com/office/drawing/2014/main" id="{D2711475-030E-100B-A868-59A6AAFCC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3197817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Gerade Verbindung mit Pfeil 59">
            <a:extLst>
              <a:ext uri="{FF2B5EF4-FFF2-40B4-BE49-F238E27FC236}">
                <a16:creationId xmlns:a16="http://schemas.microsoft.com/office/drawing/2014/main" id="{3906574E-EA18-6C8D-A333-F5951AF373BF}"/>
              </a:ext>
            </a:extLst>
          </p:cNvPr>
          <p:cNvCxnSpPr>
            <a:cxnSpLocks/>
          </p:cNvCxnSpPr>
          <p:nvPr/>
        </p:nvCxnSpPr>
        <p:spPr>
          <a:xfrm flipV="1">
            <a:off x="1478210" y="2224655"/>
            <a:ext cx="1341278" cy="7245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pieren 9">
            <a:extLst>
              <a:ext uri="{FF2B5EF4-FFF2-40B4-BE49-F238E27FC236}">
                <a16:creationId xmlns:a16="http://schemas.microsoft.com/office/drawing/2014/main" id="{CCC39800-E48F-D698-F51F-2C0A2413CBA3}"/>
              </a:ext>
            </a:extLst>
          </p:cNvPr>
          <p:cNvGrpSpPr/>
          <p:nvPr/>
        </p:nvGrpSpPr>
        <p:grpSpPr>
          <a:xfrm>
            <a:off x="2683930" y="2466299"/>
            <a:ext cx="419100" cy="888068"/>
            <a:chOff x="9418536" y="3182163"/>
            <a:chExt cx="419100" cy="888068"/>
          </a:xfrm>
        </p:grpSpPr>
        <p:sp>
          <p:nvSpPr>
            <p:cNvPr id="26" name="Ellipse 53">
              <a:extLst>
                <a:ext uri="{FF2B5EF4-FFF2-40B4-BE49-F238E27FC236}">
                  <a16:creationId xmlns:a16="http://schemas.microsoft.com/office/drawing/2014/main" id="{005A691B-5C14-DB0C-ECBC-999A92F757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16107" y="3554655"/>
              <a:ext cx="244588" cy="244475"/>
            </a:xfrm>
            <a:prstGeom prst="ellipse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7" name="Textfeld 54">
              <a:extLst>
                <a:ext uri="{FF2B5EF4-FFF2-40B4-BE49-F238E27FC236}">
                  <a16:creationId xmlns:a16="http://schemas.microsoft.com/office/drawing/2014/main" id="{0BC70915-5D60-6064-25A3-FFC86B4E7996}"/>
                </a:ext>
              </a:extLst>
            </p:cNvPr>
            <p:cNvSpPr txBox="1"/>
            <p:nvPr/>
          </p:nvSpPr>
          <p:spPr>
            <a:xfrm>
              <a:off x="9418536" y="3854787"/>
              <a:ext cx="4191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&lt;s&gt;</a:t>
              </a:r>
            </a:p>
          </p:txBody>
        </p:sp>
        <p:cxnSp>
          <p:nvCxnSpPr>
            <p:cNvPr id="28" name="Gerade Verbindung mit Pfeil 61">
              <a:extLst>
                <a:ext uri="{FF2B5EF4-FFF2-40B4-BE49-F238E27FC236}">
                  <a16:creationId xmlns:a16="http://schemas.microsoft.com/office/drawing/2014/main" id="{6488BE2E-346E-4995-0B67-5F571AE11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3182163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16">
            <a:extLst>
              <a:ext uri="{FF2B5EF4-FFF2-40B4-BE49-F238E27FC236}">
                <a16:creationId xmlns:a16="http://schemas.microsoft.com/office/drawing/2014/main" id="{2664564C-5285-E405-8F78-89D9B786A077}"/>
              </a:ext>
            </a:extLst>
          </p:cNvPr>
          <p:cNvGrpSpPr/>
          <p:nvPr/>
        </p:nvGrpSpPr>
        <p:grpSpPr>
          <a:xfrm>
            <a:off x="2622856" y="1358966"/>
            <a:ext cx="492733" cy="656532"/>
            <a:chOff x="9357462" y="2078849"/>
            <a:chExt cx="492733" cy="656532"/>
          </a:xfrm>
        </p:grpSpPr>
        <p:sp>
          <p:nvSpPr>
            <p:cNvPr id="30" name="Textfeld 52">
              <a:extLst>
                <a:ext uri="{FF2B5EF4-FFF2-40B4-BE49-F238E27FC236}">
                  <a16:creationId xmlns:a16="http://schemas.microsoft.com/office/drawing/2014/main" id="{FCD827DD-0C2F-410B-E9CD-0EB07BE48C7B}"/>
                </a:ext>
              </a:extLst>
            </p:cNvPr>
            <p:cNvSpPr txBox="1"/>
            <p:nvPr/>
          </p:nvSpPr>
          <p:spPr>
            <a:xfrm>
              <a:off x="9357462" y="2078849"/>
              <a:ext cx="492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ich</a:t>
              </a:r>
            </a:p>
          </p:txBody>
        </p:sp>
        <p:cxnSp>
          <p:nvCxnSpPr>
            <p:cNvPr id="31" name="Gerade Verbindung mit Pfeil 66">
              <a:extLst>
                <a:ext uri="{FF2B5EF4-FFF2-40B4-BE49-F238E27FC236}">
                  <a16:creationId xmlns:a16="http://schemas.microsoft.com/office/drawing/2014/main" id="{B1F7FA6E-AD34-7580-5383-A79747574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2375381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pieren 17">
            <a:extLst>
              <a:ext uri="{FF2B5EF4-FFF2-40B4-BE49-F238E27FC236}">
                <a16:creationId xmlns:a16="http://schemas.microsoft.com/office/drawing/2014/main" id="{29214D82-ABAB-0D5C-0279-145370FA6DAB}"/>
              </a:ext>
            </a:extLst>
          </p:cNvPr>
          <p:cNvGrpSpPr/>
          <p:nvPr/>
        </p:nvGrpSpPr>
        <p:grpSpPr>
          <a:xfrm>
            <a:off x="2988102" y="1354144"/>
            <a:ext cx="578869" cy="665561"/>
            <a:chOff x="9722708" y="2074027"/>
            <a:chExt cx="578869" cy="665561"/>
          </a:xfrm>
        </p:grpSpPr>
        <p:cxnSp>
          <p:nvCxnSpPr>
            <p:cNvPr id="33" name="Gerade Verbindung mit Pfeil 51">
              <a:extLst>
                <a:ext uri="{FF2B5EF4-FFF2-40B4-BE49-F238E27FC236}">
                  <a16:creationId xmlns:a16="http://schemas.microsoft.com/office/drawing/2014/main" id="{210198B5-1A58-2990-6532-2E83E1535F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215" y="2379588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67">
              <a:extLst>
                <a:ext uri="{FF2B5EF4-FFF2-40B4-BE49-F238E27FC236}">
                  <a16:creationId xmlns:a16="http://schemas.microsoft.com/office/drawing/2014/main" id="{1698645B-375E-2F94-0598-5CE887D39E08}"/>
                </a:ext>
              </a:extLst>
            </p:cNvPr>
            <p:cNvSpPr txBox="1"/>
            <p:nvPr/>
          </p:nvSpPr>
          <p:spPr>
            <a:xfrm>
              <a:off x="9722708" y="2074027"/>
              <a:ext cx="578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B050"/>
                  </a:solidFill>
                </a:rPr>
                <a:t>mag</a:t>
              </a:r>
            </a:p>
          </p:txBody>
        </p:sp>
      </p:grpSp>
      <p:grpSp>
        <p:nvGrpSpPr>
          <p:cNvPr id="35" name="Gruppieren 20">
            <a:extLst>
              <a:ext uri="{FF2B5EF4-FFF2-40B4-BE49-F238E27FC236}">
                <a16:creationId xmlns:a16="http://schemas.microsoft.com/office/drawing/2014/main" id="{C1A93A1E-817D-292D-E875-3BCD4F806A0B}"/>
              </a:ext>
            </a:extLst>
          </p:cNvPr>
          <p:cNvGrpSpPr/>
          <p:nvPr/>
        </p:nvGrpSpPr>
        <p:grpSpPr>
          <a:xfrm>
            <a:off x="3445189" y="1349322"/>
            <a:ext cx="1460511" cy="681830"/>
            <a:chOff x="10179795" y="2069205"/>
            <a:chExt cx="1460511" cy="681830"/>
          </a:xfrm>
        </p:grpSpPr>
        <p:cxnSp>
          <p:nvCxnSpPr>
            <p:cNvPr id="36" name="Gerade Verbindung mit Pfeil 65">
              <a:extLst>
                <a:ext uri="{FF2B5EF4-FFF2-40B4-BE49-F238E27FC236}">
                  <a16:creationId xmlns:a16="http://schemas.microsoft.com/office/drawing/2014/main" id="{70BF7D73-A98C-C93E-D2B5-54B9C02FC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239103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68">
              <a:extLst>
                <a:ext uri="{FF2B5EF4-FFF2-40B4-BE49-F238E27FC236}">
                  <a16:creationId xmlns:a16="http://schemas.microsoft.com/office/drawing/2014/main" id="{9107D2FC-52FF-36BB-2FAE-A15DF7CBFCD1}"/>
                </a:ext>
              </a:extLst>
            </p:cNvPr>
            <p:cNvSpPr txBox="1"/>
            <p:nvPr/>
          </p:nvSpPr>
          <p:spPr>
            <a:xfrm>
              <a:off x="10179795" y="2069205"/>
              <a:ext cx="14605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2F528F"/>
                  </a:solidFill>
                </a:rPr>
                <a:t>Katzen</a:t>
              </a:r>
            </a:p>
          </p:txBody>
        </p:sp>
      </p:grpSp>
      <p:cxnSp>
        <p:nvCxnSpPr>
          <p:cNvPr id="38" name="Gerade Verbindung mit Pfeil 69">
            <a:extLst>
              <a:ext uri="{FF2B5EF4-FFF2-40B4-BE49-F238E27FC236}">
                <a16:creationId xmlns:a16="http://schemas.microsoft.com/office/drawing/2014/main" id="{375C1B20-6C8C-D78B-BF91-B188CB426DA5}"/>
              </a:ext>
            </a:extLst>
          </p:cNvPr>
          <p:cNvCxnSpPr>
            <a:cxnSpLocks/>
          </p:cNvCxnSpPr>
          <p:nvPr/>
        </p:nvCxnSpPr>
        <p:spPr>
          <a:xfrm>
            <a:off x="1468776" y="2231010"/>
            <a:ext cx="1341278" cy="8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50">
            <a:extLst>
              <a:ext uri="{FF2B5EF4-FFF2-40B4-BE49-F238E27FC236}">
                <a16:creationId xmlns:a16="http://schemas.microsoft.com/office/drawing/2014/main" id="{96F1EFE2-18CF-0726-F7AA-962D519C88DB}"/>
              </a:ext>
            </a:extLst>
          </p:cNvPr>
          <p:cNvSpPr/>
          <p:nvPr/>
        </p:nvSpPr>
        <p:spPr>
          <a:xfrm>
            <a:off x="2819488" y="2034448"/>
            <a:ext cx="952881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Decoder</a:t>
            </a:r>
          </a:p>
        </p:txBody>
      </p:sp>
      <p:grpSp>
        <p:nvGrpSpPr>
          <p:cNvPr id="40" name="Gruppieren 56">
            <a:extLst>
              <a:ext uri="{FF2B5EF4-FFF2-40B4-BE49-F238E27FC236}">
                <a16:creationId xmlns:a16="http://schemas.microsoft.com/office/drawing/2014/main" id="{253CA2A0-8A10-5819-4DBC-6CB74EF5E425}"/>
              </a:ext>
            </a:extLst>
          </p:cNvPr>
          <p:cNvGrpSpPr/>
          <p:nvPr/>
        </p:nvGrpSpPr>
        <p:grpSpPr>
          <a:xfrm>
            <a:off x="2683930" y="2466299"/>
            <a:ext cx="419100" cy="888068"/>
            <a:chOff x="9570936" y="3334563"/>
            <a:chExt cx="419100" cy="888068"/>
          </a:xfrm>
        </p:grpSpPr>
        <p:sp>
          <p:nvSpPr>
            <p:cNvPr id="41" name="Ellipse 57">
              <a:extLst>
                <a:ext uri="{FF2B5EF4-FFF2-40B4-BE49-F238E27FC236}">
                  <a16:creationId xmlns:a16="http://schemas.microsoft.com/office/drawing/2014/main" id="{129EA73D-2817-475F-1DEA-785531EED6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68507" y="3707055"/>
              <a:ext cx="244588" cy="244475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42" name="Textfeld 58">
              <a:extLst>
                <a:ext uri="{FF2B5EF4-FFF2-40B4-BE49-F238E27FC236}">
                  <a16:creationId xmlns:a16="http://schemas.microsoft.com/office/drawing/2014/main" id="{FDC74203-C31A-0B05-1C54-FD715D03F733}"/>
                </a:ext>
              </a:extLst>
            </p:cNvPr>
            <p:cNvSpPr txBox="1"/>
            <p:nvPr/>
          </p:nvSpPr>
          <p:spPr>
            <a:xfrm>
              <a:off x="9570936" y="4007187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00B050"/>
                  </a:solidFill>
                </a:rPr>
                <a:t>&lt;s&gt;</a:t>
              </a:r>
            </a:p>
          </p:txBody>
        </p:sp>
        <p:cxnSp>
          <p:nvCxnSpPr>
            <p:cNvPr id="43" name="Gerade Verbindung mit Pfeil 60">
              <a:extLst>
                <a:ext uri="{FF2B5EF4-FFF2-40B4-BE49-F238E27FC236}">
                  <a16:creationId xmlns:a16="http://schemas.microsoft.com/office/drawing/2014/main" id="{903832D9-D658-E4DB-658F-3A6388947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0801" y="3334563"/>
              <a:ext cx="1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feld 76">
                <a:extLst>
                  <a:ext uri="{FF2B5EF4-FFF2-40B4-BE49-F238E27FC236}">
                    <a16:creationId xmlns:a16="http://schemas.microsoft.com/office/drawing/2014/main" id="{4CBD8303-39ED-3E4F-1FF6-4B1FC04D5DAE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44" name="Textfeld 76">
                <a:extLst>
                  <a:ext uri="{FF2B5EF4-FFF2-40B4-BE49-F238E27FC236}">
                    <a16:creationId xmlns:a16="http://schemas.microsoft.com/office/drawing/2014/main" id="{4CBD8303-39ED-3E4F-1FF6-4B1FC04D5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uppieren 62">
            <a:extLst>
              <a:ext uri="{FF2B5EF4-FFF2-40B4-BE49-F238E27FC236}">
                <a16:creationId xmlns:a16="http://schemas.microsoft.com/office/drawing/2014/main" id="{CE6D6A80-7A1D-0C3F-51EC-0131FD4AF27D}"/>
              </a:ext>
            </a:extLst>
          </p:cNvPr>
          <p:cNvGrpSpPr/>
          <p:nvPr/>
        </p:nvGrpSpPr>
        <p:grpSpPr>
          <a:xfrm>
            <a:off x="2683930" y="2466299"/>
            <a:ext cx="419100" cy="888068"/>
            <a:chOff x="9570936" y="3334563"/>
            <a:chExt cx="419100" cy="888068"/>
          </a:xfrm>
        </p:grpSpPr>
        <p:sp>
          <p:nvSpPr>
            <p:cNvPr id="46" name="Ellipse 63">
              <a:extLst>
                <a:ext uri="{FF2B5EF4-FFF2-40B4-BE49-F238E27FC236}">
                  <a16:creationId xmlns:a16="http://schemas.microsoft.com/office/drawing/2014/main" id="{C097A643-4775-790C-7F7A-1A67105579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68507" y="3707055"/>
              <a:ext cx="244588" cy="244475"/>
            </a:xfrm>
            <a:prstGeom prst="ellipse">
              <a:avLst/>
            </a:prstGeom>
            <a:noFill/>
            <a:ln w="28575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47" name="Textfeld 64">
              <a:extLst>
                <a:ext uri="{FF2B5EF4-FFF2-40B4-BE49-F238E27FC236}">
                  <a16:creationId xmlns:a16="http://schemas.microsoft.com/office/drawing/2014/main" id="{B8D78398-1E8F-30C5-4457-D27CCD0A81E9}"/>
                </a:ext>
              </a:extLst>
            </p:cNvPr>
            <p:cNvSpPr txBox="1"/>
            <p:nvPr/>
          </p:nvSpPr>
          <p:spPr>
            <a:xfrm>
              <a:off x="9570936" y="4007187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&lt;s&gt;</a:t>
              </a:r>
            </a:p>
          </p:txBody>
        </p:sp>
        <p:cxnSp>
          <p:nvCxnSpPr>
            <p:cNvPr id="48" name="Gerade Verbindung mit Pfeil 71">
              <a:extLst>
                <a:ext uri="{FF2B5EF4-FFF2-40B4-BE49-F238E27FC236}">
                  <a16:creationId xmlns:a16="http://schemas.microsoft.com/office/drawing/2014/main" id="{6F53F8CC-9CD8-827E-8DAB-FF58AE67E1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0801" y="3334563"/>
              <a:ext cx="1" cy="360000"/>
            </a:xfrm>
            <a:prstGeom prst="straightConnector1">
              <a:avLst/>
            </a:prstGeom>
            <a:ln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7">
            <a:extLst>
              <a:ext uri="{FF2B5EF4-FFF2-40B4-BE49-F238E27FC236}">
                <a16:creationId xmlns:a16="http://schemas.microsoft.com/office/drawing/2014/main" id="{D7DD00BB-A4CC-B885-587D-EA6203BDF5B0}"/>
              </a:ext>
            </a:extLst>
          </p:cNvPr>
          <p:cNvGrpSpPr/>
          <p:nvPr/>
        </p:nvGrpSpPr>
        <p:grpSpPr>
          <a:xfrm>
            <a:off x="3113345" y="2475331"/>
            <a:ext cx="419100" cy="885518"/>
            <a:chOff x="10000351" y="3338582"/>
            <a:chExt cx="419100" cy="885518"/>
          </a:xfrm>
        </p:grpSpPr>
        <p:sp>
          <p:nvSpPr>
            <p:cNvPr id="50" name="Textfeld 72">
              <a:extLst>
                <a:ext uri="{FF2B5EF4-FFF2-40B4-BE49-F238E27FC236}">
                  <a16:creationId xmlns:a16="http://schemas.microsoft.com/office/drawing/2014/main" id="{29E37D9D-12EF-C98A-0832-E4B60B7C3D76}"/>
                </a:ext>
              </a:extLst>
            </p:cNvPr>
            <p:cNvSpPr txBox="1"/>
            <p:nvPr/>
          </p:nvSpPr>
          <p:spPr>
            <a:xfrm>
              <a:off x="10000351" y="4008656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ich</a:t>
              </a:r>
            </a:p>
          </p:txBody>
        </p:sp>
        <p:sp>
          <p:nvSpPr>
            <p:cNvPr id="51" name="Ellipse 73">
              <a:extLst>
                <a:ext uri="{FF2B5EF4-FFF2-40B4-BE49-F238E27FC236}">
                  <a16:creationId xmlns:a16="http://schemas.microsoft.com/office/drawing/2014/main" id="{4DE119BA-346C-DCE6-F85A-D8221862E1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87607" y="3707058"/>
              <a:ext cx="244588" cy="244475"/>
            </a:xfrm>
            <a:prstGeom prst="ellipse">
              <a:avLst/>
            </a:prstGeom>
            <a:noFill/>
            <a:ln w="28575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cxnSp>
          <p:nvCxnSpPr>
            <p:cNvPr id="52" name="Gerade Verbindung mit Pfeil 74">
              <a:extLst>
                <a:ext uri="{FF2B5EF4-FFF2-40B4-BE49-F238E27FC236}">
                  <a16:creationId xmlns:a16="http://schemas.microsoft.com/office/drawing/2014/main" id="{3580C08C-FF7A-8B48-57E1-F482B4585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9901" y="3338582"/>
              <a:ext cx="0" cy="360000"/>
            </a:xfrm>
            <a:prstGeom prst="straightConnector1">
              <a:avLst/>
            </a:prstGeom>
            <a:ln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feld 75">
                <a:extLst>
                  <a:ext uri="{FF2B5EF4-FFF2-40B4-BE49-F238E27FC236}">
                    <a16:creationId xmlns:a16="http://schemas.microsoft.com/office/drawing/2014/main" id="{C7AF0EDE-3B9A-BEB1-A74A-1D495874D419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2F528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53" name="Textfeld 75">
                <a:extLst>
                  <a:ext uri="{FF2B5EF4-FFF2-40B4-BE49-F238E27FC236}">
                    <a16:creationId xmlns:a16="http://schemas.microsoft.com/office/drawing/2014/main" id="{C7AF0EDE-3B9A-BEB1-A74A-1D495874D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F528F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Gerade Verbindung mit Pfeil 70">
            <a:extLst>
              <a:ext uri="{FF2B5EF4-FFF2-40B4-BE49-F238E27FC236}">
                <a16:creationId xmlns:a16="http://schemas.microsoft.com/office/drawing/2014/main" id="{6511CD52-CFD2-BA89-6BAE-48DBC72282EE}"/>
              </a:ext>
            </a:extLst>
          </p:cNvPr>
          <p:cNvCxnSpPr>
            <a:cxnSpLocks/>
          </p:cNvCxnSpPr>
          <p:nvPr/>
        </p:nvCxnSpPr>
        <p:spPr>
          <a:xfrm>
            <a:off x="1478210" y="2231010"/>
            <a:ext cx="1341278" cy="890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77">
                <a:extLst>
                  <a:ext uri="{FF2B5EF4-FFF2-40B4-BE49-F238E27FC236}">
                    <a16:creationId xmlns:a16="http://schemas.microsoft.com/office/drawing/2014/main" id="{0F79AA0A-9494-B98A-62E0-6A0499FCD1D7}"/>
                  </a:ext>
                </a:extLst>
              </p:cNvPr>
              <p:cNvSpPr txBox="1"/>
              <p:nvPr/>
            </p:nvSpPr>
            <p:spPr>
              <a:xfrm>
                <a:off x="1178603" y="2062623"/>
                <a:ext cx="294890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𝑬</m:t>
                      </m:r>
                    </m:oMath>
                  </m:oMathPara>
                </a14:m>
                <a:endParaRPr lang="de-DE" sz="1600" b="1" dirty="0"/>
              </a:p>
            </p:txBody>
          </p:sp>
        </mc:Choice>
        <mc:Fallback>
          <p:sp>
            <p:nvSpPr>
              <p:cNvPr id="55" name="Textfeld 77">
                <a:extLst>
                  <a:ext uri="{FF2B5EF4-FFF2-40B4-BE49-F238E27FC236}">
                    <a16:creationId xmlns:a16="http://schemas.microsoft.com/office/drawing/2014/main" id="{0F79AA0A-9494-B98A-62E0-6A0499FCD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03" y="2062623"/>
                <a:ext cx="29489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DB6B222E-D8DD-1045-E6CC-49D7B405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301" y="743418"/>
            <a:ext cx="4203700" cy="28448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0130C77-D7DA-BF60-4775-CC6BAF7A59C7}"/>
              </a:ext>
            </a:extLst>
          </p:cNvPr>
          <p:cNvSpPr txBox="1"/>
          <p:nvPr/>
        </p:nvSpPr>
        <p:spPr>
          <a:xfrm>
            <a:off x="4414372" y="1282021"/>
            <a:ext cx="129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G</a:t>
            </a:r>
            <a:r>
              <a:rPr lang="en-DE" sz="1200" b="1" dirty="0"/>
              <a:t>enerated Output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5702BD-C18C-AA56-9629-D155500D8138}"/>
              </a:ext>
            </a:extLst>
          </p:cNvPr>
          <p:cNvSpPr txBox="1"/>
          <p:nvPr/>
        </p:nvSpPr>
        <p:spPr>
          <a:xfrm>
            <a:off x="4337151" y="2967335"/>
            <a:ext cx="129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Correct</a:t>
            </a:r>
            <a:r>
              <a:rPr lang="en-DE" sz="1200" b="1" dirty="0"/>
              <a:t> Output/Labels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FBD2D0D-0CAE-C7EB-5366-A55553016D14}"/>
              </a:ext>
            </a:extLst>
          </p:cNvPr>
          <p:cNvCxnSpPr>
            <a:cxnSpLocks/>
          </p:cNvCxnSpPr>
          <p:nvPr/>
        </p:nvCxnSpPr>
        <p:spPr>
          <a:xfrm flipH="1">
            <a:off x="4084772" y="1503210"/>
            <a:ext cx="32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A64B693-1E15-38AB-5FAB-CD3D0AFA75EE}"/>
              </a:ext>
            </a:extLst>
          </p:cNvPr>
          <p:cNvCxnSpPr>
            <a:cxnSpLocks/>
          </p:cNvCxnSpPr>
          <p:nvPr/>
        </p:nvCxnSpPr>
        <p:spPr>
          <a:xfrm flipH="1">
            <a:off x="4010644" y="3228463"/>
            <a:ext cx="32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8708E82-B216-60CF-CBD4-7747C9FC1F78}"/>
              </a:ext>
            </a:extLst>
          </p:cNvPr>
          <p:cNvSpPr txBox="1"/>
          <p:nvPr/>
        </p:nvSpPr>
        <p:spPr>
          <a:xfrm>
            <a:off x="4252802" y="3598349"/>
            <a:ext cx="1460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Teacher </a:t>
            </a:r>
            <a:r>
              <a:rPr lang="de-DE" sz="1200" b="1" dirty="0" err="1"/>
              <a:t>Forcing</a:t>
            </a:r>
            <a:endParaRPr lang="en-DE" sz="1200" b="1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9E8AD2-31F1-6E0A-E6E2-EF99E6EA9FD3}"/>
              </a:ext>
            </a:extLst>
          </p:cNvPr>
          <p:cNvCxnSpPr>
            <a:cxnSpLocks/>
            <a:stCxn id="63" idx="0"/>
            <a:endCxn id="58" idx="2"/>
          </p:cNvCxnSpPr>
          <p:nvPr/>
        </p:nvCxnSpPr>
        <p:spPr>
          <a:xfrm flipV="1">
            <a:off x="4983058" y="3429000"/>
            <a:ext cx="0" cy="169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A8BFE7FA-54EC-67E4-638B-892844FE7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1144" y="3975100"/>
            <a:ext cx="5003800" cy="28829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67F3B81-C9E3-065B-D8E4-0814550DB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4100" y="1987550"/>
            <a:ext cx="50038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3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4" grpId="0" animBg="1"/>
      <p:bldP spid="53" grpId="0" animBg="1"/>
      <p:bldP spid="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11">
            <a:extLst>
              <a:ext uri="{FF2B5EF4-FFF2-40B4-BE49-F238E27FC236}">
                <a16:creationId xmlns:a16="http://schemas.microsoft.com/office/drawing/2014/main" id="{EA17CF20-E7EB-5AB6-7A9A-D92030849B3A}"/>
              </a:ext>
            </a:extLst>
          </p:cNvPr>
          <p:cNvSpPr txBox="1"/>
          <p:nvPr/>
        </p:nvSpPr>
        <p:spPr>
          <a:xfrm>
            <a:off x="717832" y="384098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i</a:t>
            </a:r>
          </a:p>
        </p:txBody>
      </p:sp>
      <p:sp>
        <p:nvSpPr>
          <p:cNvPr id="5" name="Ellipse 13">
            <a:extLst>
              <a:ext uri="{FF2B5EF4-FFF2-40B4-BE49-F238E27FC236}">
                <a16:creationId xmlns:a16="http://schemas.microsoft.com/office/drawing/2014/main" id="{83FD6C7A-4A1F-CD74-7545-96A7F8846637}"/>
              </a:ext>
            </a:extLst>
          </p:cNvPr>
          <p:cNvSpPr>
            <a:spLocks noChangeAspect="1"/>
          </p:cNvSpPr>
          <p:nvPr/>
        </p:nvSpPr>
        <p:spPr>
          <a:xfrm>
            <a:off x="805088" y="3539391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6" name="Ellipse 14">
            <a:extLst>
              <a:ext uri="{FF2B5EF4-FFF2-40B4-BE49-F238E27FC236}">
                <a16:creationId xmlns:a16="http://schemas.microsoft.com/office/drawing/2014/main" id="{971375DF-DCD2-245E-B44D-1E8DE7CEB57D}"/>
              </a:ext>
            </a:extLst>
          </p:cNvPr>
          <p:cNvSpPr>
            <a:spLocks noChangeAspect="1"/>
          </p:cNvSpPr>
          <p:nvPr/>
        </p:nvSpPr>
        <p:spPr>
          <a:xfrm>
            <a:off x="1224188" y="3539390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7" name="Ellipse 15">
            <a:extLst>
              <a:ext uri="{FF2B5EF4-FFF2-40B4-BE49-F238E27FC236}">
                <a16:creationId xmlns:a16="http://schemas.microsoft.com/office/drawing/2014/main" id="{8C1967AE-2435-0304-3C8D-6772603090FE}"/>
              </a:ext>
            </a:extLst>
          </p:cNvPr>
          <p:cNvSpPr>
            <a:spLocks noChangeAspect="1"/>
          </p:cNvSpPr>
          <p:nvPr/>
        </p:nvSpPr>
        <p:spPr>
          <a:xfrm>
            <a:off x="1643288" y="3539389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8" name="Textfeld 18">
            <a:extLst>
              <a:ext uri="{FF2B5EF4-FFF2-40B4-BE49-F238E27FC236}">
                <a16:creationId xmlns:a16="http://schemas.microsoft.com/office/drawing/2014/main" id="{8327FCC6-A0C0-0461-94D0-0F3D2CE5CBC9}"/>
              </a:ext>
            </a:extLst>
          </p:cNvPr>
          <p:cNvSpPr txBox="1"/>
          <p:nvPr/>
        </p:nvSpPr>
        <p:spPr>
          <a:xfrm>
            <a:off x="1116498" y="3841103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love</a:t>
            </a:r>
            <a:endParaRPr lang="de-DE" sz="1400" dirty="0"/>
          </a:p>
        </p:txBody>
      </p:sp>
      <p:sp>
        <p:nvSpPr>
          <p:cNvPr id="9" name="Textfeld 19">
            <a:extLst>
              <a:ext uri="{FF2B5EF4-FFF2-40B4-BE49-F238E27FC236}">
                <a16:creationId xmlns:a16="http://schemas.microsoft.com/office/drawing/2014/main" id="{81E2B181-13D8-65C7-704D-146F653B3087}"/>
              </a:ext>
            </a:extLst>
          </p:cNvPr>
          <p:cNvSpPr txBox="1"/>
          <p:nvPr/>
        </p:nvSpPr>
        <p:spPr>
          <a:xfrm>
            <a:off x="1596199" y="3839521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cats</a:t>
            </a:r>
            <a:endParaRPr lang="de-DE" sz="1400" dirty="0"/>
          </a:p>
        </p:txBody>
      </p:sp>
      <p:cxnSp>
        <p:nvCxnSpPr>
          <p:cNvPr id="10" name="Gerade Verbindung mit Pfeil 25">
            <a:extLst>
              <a:ext uri="{FF2B5EF4-FFF2-40B4-BE49-F238E27FC236}">
                <a16:creationId xmlns:a16="http://schemas.microsoft.com/office/drawing/2014/main" id="{8EFF481D-8BC9-438C-FD5C-73E806F38436}"/>
              </a:ext>
            </a:extLst>
          </p:cNvPr>
          <p:cNvCxnSpPr>
            <a:cxnSpLocks/>
          </p:cNvCxnSpPr>
          <p:nvPr/>
        </p:nvCxnSpPr>
        <p:spPr>
          <a:xfrm flipV="1">
            <a:off x="927382" y="317091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28">
            <a:extLst>
              <a:ext uri="{FF2B5EF4-FFF2-40B4-BE49-F238E27FC236}">
                <a16:creationId xmlns:a16="http://schemas.microsoft.com/office/drawing/2014/main" id="{B4A5C58E-AFB3-541A-85BA-DF16399BB391}"/>
              </a:ext>
            </a:extLst>
          </p:cNvPr>
          <p:cNvCxnSpPr>
            <a:cxnSpLocks/>
          </p:cNvCxnSpPr>
          <p:nvPr/>
        </p:nvCxnSpPr>
        <p:spPr>
          <a:xfrm flipV="1">
            <a:off x="1346482" y="318255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30">
            <a:extLst>
              <a:ext uri="{FF2B5EF4-FFF2-40B4-BE49-F238E27FC236}">
                <a16:creationId xmlns:a16="http://schemas.microsoft.com/office/drawing/2014/main" id="{C65D1B32-8FD5-38C1-0BA4-1D11D57BE12A}"/>
              </a:ext>
            </a:extLst>
          </p:cNvPr>
          <p:cNvCxnSpPr>
            <a:cxnSpLocks/>
          </p:cNvCxnSpPr>
          <p:nvPr/>
        </p:nvCxnSpPr>
        <p:spPr>
          <a:xfrm flipV="1">
            <a:off x="1765582" y="316689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41">
            <a:extLst>
              <a:ext uri="{FF2B5EF4-FFF2-40B4-BE49-F238E27FC236}">
                <a16:creationId xmlns:a16="http://schemas.microsoft.com/office/drawing/2014/main" id="{9F480764-1AC7-B08B-7183-AA69F0173D60}"/>
              </a:ext>
            </a:extLst>
          </p:cNvPr>
          <p:cNvSpPr txBox="1"/>
          <p:nvPr/>
        </p:nvSpPr>
        <p:spPr>
          <a:xfrm>
            <a:off x="3113345" y="3145405"/>
            <a:ext cx="4191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rgbClr val="00B050"/>
                </a:solidFill>
              </a:rPr>
              <a:t>ich</a:t>
            </a:r>
          </a:p>
        </p:txBody>
      </p:sp>
      <p:sp>
        <p:nvSpPr>
          <p:cNvPr id="18" name="Ellipse 42">
            <a:extLst>
              <a:ext uri="{FF2B5EF4-FFF2-40B4-BE49-F238E27FC236}">
                <a16:creationId xmlns:a16="http://schemas.microsoft.com/office/drawing/2014/main" id="{40AC2047-93DD-9AC3-FCB3-2DE341B20F28}"/>
              </a:ext>
            </a:extLst>
          </p:cNvPr>
          <p:cNvSpPr>
            <a:spLocks noChangeAspect="1"/>
          </p:cNvSpPr>
          <p:nvPr/>
        </p:nvSpPr>
        <p:spPr>
          <a:xfrm>
            <a:off x="3200601" y="2843807"/>
            <a:ext cx="244588" cy="24447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21" name="Ellipse 43">
            <a:extLst>
              <a:ext uri="{FF2B5EF4-FFF2-40B4-BE49-F238E27FC236}">
                <a16:creationId xmlns:a16="http://schemas.microsoft.com/office/drawing/2014/main" id="{58ECFCAB-5C10-6EA9-1B36-FE8DE41B33EE}"/>
              </a:ext>
            </a:extLst>
          </p:cNvPr>
          <p:cNvSpPr>
            <a:spLocks noChangeAspect="1"/>
          </p:cNvSpPr>
          <p:nvPr/>
        </p:nvSpPr>
        <p:spPr>
          <a:xfrm>
            <a:off x="3619701" y="2834774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22" name="Textfeld 45">
            <a:extLst>
              <a:ext uri="{FF2B5EF4-FFF2-40B4-BE49-F238E27FC236}">
                <a16:creationId xmlns:a16="http://schemas.microsoft.com/office/drawing/2014/main" id="{DF5671D1-8F4E-62A4-BC39-BFB5875112A5}"/>
              </a:ext>
            </a:extLst>
          </p:cNvPr>
          <p:cNvSpPr txBox="1"/>
          <p:nvPr/>
        </p:nvSpPr>
        <p:spPr>
          <a:xfrm>
            <a:off x="3552529" y="3134905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rgbClr val="2F528F"/>
                </a:solidFill>
              </a:rPr>
              <a:t>liebe</a:t>
            </a:r>
          </a:p>
        </p:txBody>
      </p:sp>
      <p:sp>
        <p:nvSpPr>
          <p:cNvPr id="26" name="Ellipse 53">
            <a:extLst>
              <a:ext uri="{FF2B5EF4-FFF2-40B4-BE49-F238E27FC236}">
                <a16:creationId xmlns:a16="http://schemas.microsoft.com/office/drawing/2014/main" id="{50547BB4-0089-E737-F039-9C5E4252ED40}"/>
              </a:ext>
            </a:extLst>
          </p:cNvPr>
          <p:cNvSpPr>
            <a:spLocks noChangeAspect="1"/>
          </p:cNvSpPr>
          <p:nvPr/>
        </p:nvSpPr>
        <p:spPr>
          <a:xfrm>
            <a:off x="2781501" y="2838791"/>
            <a:ext cx="244588" cy="24447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27" name="Textfeld 54">
            <a:extLst>
              <a:ext uri="{FF2B5EF4-FFF2-40B4-BE49-F238E27FC236}">
                <a16:creationId xmlns:a16="http://schemas.microsoft.com/office/drawing/2014/main" id="{B45BA74C-AC5B-4186-AA88-4F49112D9404}"/>
              </a:ext>
            </a:extLst>
          </p:cNvPr>
          <p:cNvSpPr txBox="1"/>
          <p:nvPr/>
        </p:nvSpPr>
        <p:spPr>
          <a:xfrm>
            <a:off x="2683930" y="3138923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&lt;s&gt;</a:t>
            </a:r>
          </a:p>
        </p:txBody>
      </p:sp>
      <p:grpSp>
        <p:nvGrpSpPr>
          <p:cNvPr id="29" name="Gruppieren 16">
            <a:extLst>
              <a:ext uri="{FF2B5EF4-FFF2-40B4-BE49-F238E27FC236}">
                <a16:creationId xmlns:a16="http://schemas.microsoft.com/office/drawing/2014/main" id="{D780A6D4-3431-3C7D-C164-E0B6E5F63CA7}"/>
              </a:ext>
            </a:extLst>
          </p:cNvPr>
          <p:cNvGrpSpPr/>
          <p:nvPr/>
        </p:nvGrpSpPr>
        <p:grpSpPr>
          <a:xfrm>
            <a:off x="646443" y="2088919"/>
            <a:ext cx="492733" cy="656532"/>
            <a:chOff x="9357462" y="2078849"/>
            <a:chExt cx="492733" cy="656532"/>
          </a:xfrm>
        </p:grpSpPr>
        <p:sp>
          <p:nvSpPr>
            <p:cNvPr id="30" name="Textfeld 52">
              <a:extLst>
                <a:ext uri="{FF2B5EF4-FFF2-40B4-BE49-F238E27FC236}">
                  <a16:creationId xmlns:a16="http://schemas.microsoft.com/office/drawing/2014/main" id="{518382EB-C55E-50A4-455D-962B55954C00}"/>
                </a:ext>
              </a:extLst>
            </p:cNvPr>
            <p:cNvSpPr txBox="1"/>
            <p:nvPr/>
          </p:nvSpPr>
          <p:spPr>
            <a:xfrm>
              <a:off x="9357462" y="2078849"/>
              <a:ext cx="492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ich</a:t>
              </a:r>
            </a:p>
          </p:txBody>
        </p:sp>
        <p:cxnSp>
          <p:nvCxnSpPr>
            <p:cNvPr id="31" name="Gerade Verbindung mit Pfeil 66">
              <a:extLst>
                <a:ext uri="{FF2B5EF4-FFF2-40B4-BE49-F238E27FC236}">
                  <a16:creationId xmlns:a16="http://schemas.microsoft.com/office/drawing/2014/main" id="{1338E0B9-F126-5F07-B5CC-D0D330541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2375381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pieren 17">
            <a:extLst>
              <a:ext uri="{FF2B5EF4-FFF2-40B4-BE49-F238E27FC236}">
                <a16:creationId xmlns:a16="http://schemas.microsoft.com/office/drawing/2014/main" id="{4432811B-B2E2-53D6-677D-3C6F4F33831E}"/>
              </a:ext>
            </a:extLst>
          </p:cNvPr>
          <p:cNvGrpSpPr/>
          <p:nvPr/>
        </p:nvGrpSpPr>
        <p:grpSpPr>
          <a:xfrm>
            <a:off x="1011689" y="2084097"/>
            <a:ext cx="578869" cy="665561"/>
            <a:chOff x="9722708" y="2074027"/>
            <a:chExt cx="578869" cy="665561"/>
          </a:xfrm>
        </p:grpSpPr>
        <p:cxnSp>
          <p:nvCxnSpPr>
            <p:cNvPr id="33" name="Gerade Verbindung mit Pfeil 51">
              <a:extLst>
                <a:ext uri="{FF2B5EF4-FFF2-40B4-BE49-F238E27FC236}">
                  <a16:creationId xmlns:a16="http://schemas.microsoft.com/office/drawing/2014/main" id="{C3627D76-2DE7-AD61-744B-949A63218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215" y="2379588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67">
              <a:extLst>
                <a:ext uri="{FF2B5EF4-FFF2-40B4-BE49-F238E27FC236}">
                  <a16:creationId xmlns:a16="http://schemas.microsoft.com/office/drawing/2014/main" id="{D234140C-0EE5-B32A-2178-720D0B00E35A}"/>
                </a:ext>
              </a:extLst>
            </p:cNvPr>
            <p:cNvSpPr txBox="1"/>
            <p:nvPr/>
          </p:nvSpPr>
          <p:spPr>
            <a:xfrm>
              <a:off x="9722708" y="2074027"/>
              <a:ext cx="578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B050"/>
                  </a:solidFill>
                </a:rPr>
                <a:t>liebe</a:t>
              </a:r>
            </a:p>
          </p:txBody>
        </p:sp>
      </p:grpSp>
      <p:grpSp>
        <p:nvGrpSpPr>
          <p:cNvPr id="35" name="Gruppieren 20">
            <a:extLst>
              <a:ext uri="{FF2B5EF4-FFF2-40B4-BE49-F238E27FC236}">
                <a16:creationId xmlns:a16="http://schemas.microsoft.com/office/drawing/2014/main" id="{5DA73ACA-FBF7-7EAC-06CF-763D10541B3D}"/>
              </a:ext>
            </a:extLst>
          </p:cNvPr>
          <p:cNvGrpSpPr/>
          <p:nvPr/>
        </p:nvGrpSpPr>
        <p:grpSpPr>
          <a:xfrm>
            <a:off x="1468776" y="2079275"/>
            <a:ext cx="1460511" cy="681830"/>
            <a:chOff x="10179795" y="2069205"/>
            <a:chExt cx="1460511" cy="681830"/>
          </a:xfrm>
        </p:grpSpPr>
        <p:cxnSp>
          <p:nvCxnSpPr>
            <p:cNvPr id="36" name="Gerade Verbindung mit Pfeil 65">
              <a:extLst>
                <a:ext uri="{FF2B5EF4-FFF2-40B4-BE49-F238E27FC236}">
                  <a16:creationId xmlns:a16="http://schemas.microsoft.com/office/drawing/2014/main" id="{49957B03-A23E-D172-8C00-735013F3D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239103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68">
              <a:extLst>
                <a:ext uri="{FF2B5EF4-FFF2-40B4-BE49-F238E27FC236}">
                  <a16:creationId xmlns:a16="http://schemas.microsoft.com/office/drawing/2014/main" id="{B212D69B-61C9-3948-2050-FB5B1A6FE829}"/>
                </a:ext>
              </a:extLst>
            </p:cNvPr>
            <p:cNvSpPr txBox="1"/>
            <p:nvPr/>
          </p:nvSpPr>
          <p:spPr>
            <a:xfrm>
              <a:off x="10179795" y="2069205"/>
              <a:ext cx="14605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2F528F"/>
                  </a:solidFill>
                </a:rPr>
                <a:t>Katzen</a:t>
              </a:r>
            </a:p>
          </p:txBody>
        </p:sp>
      </p:grpSp>
      <p:sp>
        <p:nvSpPr>
          <p:cNvPr id="41" name="Ellipse 57">
            <a:extLst>
              <a:ext uri="{FF2B5EF4-FFF2-40B4-BE49-F238E27FC236}">
                <a16:creationId xmlns:a16="http://schemas.microsoft.com/office/drawing/2014/main" id="{4802794B-82BD-662C-EBDD-022B6D1A70D2}"/>
              </a:ext>
            </a:extLst>
          </p:cNvPr>
          <p:cNvSpPr>
            <a:spLocks noChangeAspect="1"/>
          </p:cNvSpPr>
          <p:nvPr/>
        </p:nvSpPr>
        <p:spPr>
          <a:xfrm>
            <a:off x="2781501" y="2838791"/>
            <a:ext cx="244588" cy="24447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42" name="Textfeld 58">
            <a:extLst>
              <a:ext uri="{FF2B5EF4-FFF2-40B4-BE49-F238E27FC236}">
                <a16:creationId xmlns:a16="http://schemas.microsoft.com/office/drawing/2014/main" id="{E5374948-1DF7-7E6E-3314-DDEDBE9865EF}"/>
              </a:ext>
            </a:extLst>
          </p:cNvPr>
          <p:cNvSpPr txBox="1"/>
          <p:nvPr/>
        </p:nvSpPr>
        <p:spPr>
          <a:xfrm>
            <a:off x="2683930" y="3138923"/>
            <a:ext cx="4191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rgbClr val="00B050"/>
                </a:solidFill>
              </a:rPr>
              <a:t>&lt;s&gt;</a:t>
            </a:r>
          </a:p>
        </p:txBody>
      </p:sp>
      <p:sp>
        <p:nvSpPr>
          <p:cNvPr id="46" name="Ellipse 63">
            <a:extLst>
              <a:ext uri="{FF2B5EF4-FFF2-40B4-BE49-F238E27FC236}">
                <a16:creationId xmlns:a16="http://schemas.microsoft.com/office/drawing/2014/main" id="{78D601C4-202C-A718-B445-C89A73CB4380}"/>
              </a:ext>
            </a:extLst>
          </p:cNvPr>
          <p:cNvSpPr>
            <a:spLocks noChangeAspect="1"/>
          </p:cNvSpPr>
          <p:nvPr/>
        </p:nvSpPr>
        <p:spPr>
          <a:xfrm>
            <a:off x="2781501" y="2838791"/>
            <a:ext cx="244588" cy="244475"/>
          </a:xfrm>
          <a:prstGeom prst="ellipse">
            <a:avLst/>
          </a:prstGeom>
          <a:noFill/>
          <a:ln w="28575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47" name="Textfeld 64">
            <a:extLst>
              <a:ext uri="{FF2B5EF4-FFF2-40B4-BE49-F238E27FC236}">
                <a16:creationId xmlns:a16="http://schemas.microsoft.com/office/drawing/2014/main" id="{B2DE91EB-AD6F-57E9-7C16-DCB35E6B24AC}"/>
              </a:ext>
            </a:extLst>
          </p:cNvPr>
          <p:cNvSpPr txBox="1"/>
          <p:nvPr/>
        </p:nvSpPr>
        <p:spPr>
          <a:xfrm>
            <a:off x="2683930" y="3138923"/>
            <a:ext cx="4191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rgbClr val="2F528F"/>
                </a:solidFill>
              </a:rPr>
              <a:t>&lt;s&gt;</a:t>
            </a:r>
          </a:p>
        </p:txBody>
      </p:sp>
      <p:sp>
        <p:nvSpPr>
          <p:cNvPr id="50" name="Textfeld 72">
            <a:extLst>
              <a:ext uri="{FF2B5EF4-FFF2-40B4-BE49-F238E27FC236}">
                <a16:creationId xmlns:a16="http://schemas.microsoft.com/office/drawing/2014/main" id="{63FD8480-D794-645C-89DA-2F6C3D91E3A3}"/>
              </a:ext>
            </a:extLst>
          </p:cNvPr>
          <p:cNvSpPr txBox="1"/>
          <p:nvPr/>
        </p:nvSpPr>
        <p:spPr>
          <a:xfrm>
            <a:off x="3113345" y="3145405"/>
            <a:ext cx="4191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>
                <a:solidFill>
                  <a:srgbClr val="2F528F"/>
                </a:solidFill>
              </a:rPr>
              <a:t>ich</a:t>
            </a:r>
          </a:p>
        </p:txBody>
      </p:sp>
      <p:sp>
        <p:nvSpPr>
          <p:cNvPr id="51" name="Ellipse 73">
            <a:extLst>
              <a:ext uri="{FF2B5EF4-FFF2-40B4-BE49-F238E27FC236}">
                <a16:creationId xmlns:a16="http://schemas.microsoft.com/office/drawing/2014/main" id="{74E03405-7DB5-2E04-93C1-784216794CB8}"/>
              </a:ext>
            </a:extLst>
          </p:cNvPr>
          <p:cNvSpPr>
            <a:spLocks noChangeAspect="1"/>
          </p:cNvSpPr>
          <p:nvPr/>
        </p:nvSpPr>
        <p:spPr>
          <a:xfrm>
            <a:off x="3200601" y="2843807"/>
            <a:ext cx="244588" cy="244475"/>
          </a:xfrm>
          <a:prstGeom prst="ellipse">
            <a:avLst/>
          </a:prstGeom>
          <a:noFill/>
          <a:ln w="28575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6D6FE9-98E9-74B9-5B16-F60B3485C0A1}"/>
              </a:ext>
            </a:extLst>
          </p:cNvPr>
          <p:cNvSpPr txBox="1"/>
          <p:nvPr/>
        </p:nvSpPr>
        <p:spPr>
          <a:xfrm>
            <a:off x="4414372" y="1282021"/>
            <a:ext cx="129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G</a:t>
            </a:r>
            <a:r>
              <a:rPr lang="en-DE" sz="1200" b="1" dirty="0"/>
              <a:t>enerated Output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78D086-3BF5-B5AA-5545-9C86FD2BD6AE}"/>
              </a:ext>
            </a:extLst>
          </p:cNvPr>
          <p:cNvSpPr txBox="1"/>
          <p:nvPr/>
        </p:nvSpPr>
        <p:spPr>
          <a:xfrm>
            <a:off x="4337151" y="2967335"/>
            <a:ext cx="129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Correct</a:t>
            </a:r>
            <a:r>
              <a:rPr lang="en-DE" sz="1200" b="1" dirty="0"/>
              <a:t> Output/Labels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056EDB-8C93-C485-B590-22290A363E68}"/>
              </a:ext>
            </a:extLst>
          </p:cNvPr>
          <p:cNvCxnSpPr>
            <a:cxnSpLocks/>
          </p:cNvCxnSpPr>
          <p:nvPr/>
        </p:nvCxnSpPr>
        <p:spPr>
          <a:xfrm flipH="1">
            <a:off x="4084772" y="1503210"/>
            <a:ext cx="32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3EC868-2EF6-9FB6-35AB-498525C8749B}"/>
              </a:ext>
            </a:extLst>
          </p:cNvPr>
          <p:cNvCxnSpPr>
            <a:cxnSpLocks/>
          </p:cNvCxnSpPr>
          <p:nvPr/>
        </p:nvCxnSpPr>
        <p:spPr>
          <a:xfrm flipH="1">
            <a:off x="4010644" y="3228463"/>
            <a:ext cx="32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C55ADBC-F1AE-5500-2D7A-0BB4DE6D9D6F}"/>
              </a:ext>
            </a:extLst>
          </p:cNvPr>
          <p:cNvSpPr txBox="1"/>
          <p:nvPr/>
        </p:nvSpPr>
        <p:spPr>
          <a:xfrm>
            <a:off x="4252802" y="3598349"/>
            <a:ext cx="1460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Teacher </a:t>
            </a:r>
            <a:r>
              <a:rPr lang="de-DE" sz="1200" b="1" dirty="0" err="1"/>
              <a:t>Forcing</a:t>
            </a:r>
            <a:endParaRPr lang="en-DE" sz="1200" b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4591AB-598F-C21D-2E0E-1F9AE44B71C6}"/>
              </a:ext>
            </a:extLst>
          </p:cNvPr>
          <p:cNvCxnSpPr>
            <a:cxnSpLocks/>
            <a:stCxn id="60" idx="0"/>
            <a:endCxn id="57" idx="2"/>
          </p:cNvCxnSpPr>
          <p:nvPr/>
        </p:nvCxnSpPr>
        <p:spPr>
          <a:xfrm flipV="1">
            <a:off x="4983058" y="3429000"/>
            <a:ext cx="0" cy="169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ight Brace 61">
            <a:extLst>
              <a:ext uri="{FF2B5EF4-FFF2-40B4-BE49-F238E27FC236}">
                <a16:creationId xmlns:a16="http://schemas.microsoft.com/office/drawing/2014/main" id="{E217272C-BE90-1980-C066-EDC131629D02}"/>
              </a:ext>
            </a:extLst>
          </p:cNvPr>
          <p:cNvSpPr/>
          <p:nvPr/>
        </p:nvSpPr>
        <p:spPr>
          <a:xfrm rot="5400000">
            <a:off x="3246560" y="2959028"/>
            <a:ext cx="152668" cy="11926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CADD34-FB42-7986-6363-41A0FD1C7E6F}"/>
              </a:ext>
            </a:extLst>
          </p:cNvPr>
          <p:cNvSpPr txBox="1"/>
          <p:nvPr/>
        </p:nvSpPr>
        <p:spPr>
          <a:xfrm>
            <a:off x="2625511" y="3629537"/>
            <a:ext cx="1460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In parallel</a:t>
            </a:r>
            <a:endParaRPr lang="en-DE" sz="12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35B5131-C152-B854-1BD1-865D00B0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181" y="2088919"/>
            <a:ext cx="2311400" cy="2095500"/>
          </a:xfrm>
          <a:prstGeom prst="rect">
            <a:avLst/>
          </a:prstGeom>
        </p:spPr>
      </p:pic>
      <p:sp>
        <p:nvSpPr>
          <p:cNvPr id="65" name="Textfeld 11">
            <a:extLst>
              <a:ext uri="{FF2B5EF4-FFF2-40B4-BE49-F238E27FC236}">
                <a16:creationId xmlns:a16="http://schemas.microsoft.com/office/drawing/2014/main" id="{F6A2F995-E730-0A6A-2FF3-D671F0D0EFC8}"/>
              </a:ext>
            </a:extLst>
          </p:cNvPr>
          <p:cNvSpPr txBox="1"/>
          <p:nvPr/>
        </p:nvSpPr>
        <p:spPr>
          <a:xfrm>
            <a:off x="712191" y="411302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t=1</a:t>
            </a:r>
          </a:p>
        </p:txBody>
      </p:sp>
      <p:sp>
        <p:nvSpPr>
          <p:cNvPr id="66" name="Textfeld 18">
            <a:extLst>
              <a:ext uri="{FF2B5EF4-FFF2-40B4-BE49-F238E27FC236}">
                <a16:creationId xmlns:a16="http://schemas.microsoft.com/office/drawing/2014/main" id="{726C6096-688F-413A-3E5C-A9FEB3828B69}"/>
              </a:ext>
            </a:extLst>
          </p:cNvPr>
          <p:cNvSpPr txBox="1"/>
          <p:nvPr/>
        </p:nvSpPr>
        <p:spPr>
          <a:xfrm>
            <a:off x="1110857" y="4113143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t=2</a:t>
            </a:r>
          </a:p>
        </p:txBody>
      </p:sp>
      <p:sp>
        <p:nvSpPr>
          <p:cNvPr id="67" name="Textfeld 19">
            <a:extLst>
              <a:ext uri="{FF2B5EF4-FFF2-40B4-BE49-F238E27FC236}">
                <a16:creationId xmlns:a16="http://schemas.microsoft.com/office/drawing/2014/main" id="{F880B2EA-2F74-AE0D-7CBB-59793502EB6A}"/>
              </a:ext>
            </a:extLst>
          </p:cNvPr>
          <p:cNvSpPr txBox="1"/>
          <p:nvPr/>
        </p:nvSpPr>
        <p:spPr>
          <a:xfrm>
            <a:off x="1590558" y="4111561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t=3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E0C0CB1-A048-2060-3429-695C3E606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749" y="3346897"/>
            <a:ext cx="2311400" cy="2374900"/>
          </a:xfrm>
          <a:prstGeom prst="rect">
            <a:avLst/>
          </a:prstGeom>
        </p:spPr>
      </p:pic>
      <p:sp>
        <p:nvSpPr>
          <p:cNvPr id="69" name="Rechteck 32">
            <a:extLst>
              <a:ext uri="{FF2B5EF4-FFF2-40B4-BE49-F238E27FC236}">
                <a16:creationId xmlns:a16="http://schemas.microsoft.com/office/drawing/2014/main" id="{7CAA461F-62D5-15AA-518D-A76E5813A589}"/>
              </a:ext>
            </a:extLst>
          </p:cNvPr>
          <p:cNvSpPr/>
          <p:nvPr/>
        </p:nvSpPr>
        <p:spPr>
          <a:xfrm>
            <a:off x="862125" y="2766496"/>
            <a:ext cx="952881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NN</a:t>
            </a:r>
          </a:p>
        </p:txBody>
      </p:sp>
    </p:spTree>
    <p:extLst>
      <p:ext uri="{BB962C8B-B14F-4D97-AF65-F5344CB8AC3E}">
        <p14:creationId xmlns:p14="http://schemas.microsoft.com/office/powerpoint/2010/main" val="245397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11">
            <a:extLst>
              <a:ext uri="{FF2B5EF4-FFF2-40B4-BE49-F238E27FC236}">
                <a16:creationId xmlns:a16="http://schemas.microsoft.com/office/drawing/2014/main" id="{B63D3C7A-B6A8-27F9-95F1-A7CA8FBE7AE4}"/>
              </a:ext>
            </a:extLst>
          </p:cNvPr>
          <p:cNvSpPr txBox="1"/>
          <p:nvPr/>
        </p:nvSpPr>
        <p:spPr>
          <a:xfrm>
            <a:off x="717832" y="384098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i</a:t>
            </a:r>
          </a:p>
        </p:txBody>
      </p:sp>
      <p:sp>
        <p:nvSpPr>
          <p:cNvPr id="5" name="Ellipse 13">
            <a:extLst>
              <a:ext uri="{FF2B5EF4-FFF2-40B4-BE49-F238E27FC236}">
                <a16:creationId xmlns:a16="http://schemas.microsoft.com/office/drawing/2014/main" id="{E9D6A671-1899-A968-3F85-E6F5FC8F4548}"/>
              </a:ext>
            </a:extLst>
          </p:cNvPr>
          <p:cNvSpPr>
            <a:spLocks noChangeAspect="1"/>
          </p:cNvSpPr>
          <p:nvPr/>
        </p:nvSpPr>
        <p:spPr>
          <a:xfrm>
            <a:off x="805088" y="3539391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6" name="Ellipse 14">
            <a:extLst>
              <a:ext uri="{FF2B5EF4-FFF2-40B4-BE49-F238E27FC236}">
                <a16:creationId xmlns:a16="http://schemas.microsoft.com/office/drawing/2014/main" id="{28F9F7FE-284D-8C11-8928-40A092823324}"/>
              </a:ext>
            </a:extLst>
          </p:cNvPr>
          <p:cNvSpPr>
            <a:spLocks noChangeAspect="1"/>
          </p:cNvSpPr>
          <p:nvPr/>
        </p:nvSpPr>
        <p:spPr>
          <a:xfrm>
            <a:off x="1632614" y="3539276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7" name="Ellipse 15">
            <a:extLst>
              <a:ext uri="{FF2B5EF4-FFF2-40B4-BE49-F238E27FC236}">
                <a16:creationId xmlns:a16="http://schemas.microsoft.com/office/drawing/2014/main" id="{6AC3E994-9A98-4192-6925-98D0546C2888}"/>
              </a:ext>
            </a:extLst>
          </p:cNvPr>
          <p:cNvSpPr>
            <a:spLocks noChangeAspect="1"/>
          </p:cNvSpPr>
          <p:nvPr/>
        </p:nvSpPr>
        <p:spPr>
          <a:xfrm>
            <a:off x="2454435" y="3540857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8" name="Textfeld 18">
            <a:extLst>
              <a:ext uri="{FF2B5EF4-FFF2-40B4-BE49-F238E27FC236}">
                <a16:creationId xmlns:a16="http://schemas.microsoft.com/office/drawing/2014/main" id="{C509401D-F90C-A325-DD42-CCC2C4ABC7FF}"/>
              </a:ext>
            </a:extLst>
          </p:cNvPr>
          <p:cNvSpPr txBox="1"/>
          <p:nvPr/>
        </p:nvSpPr>
        <p:spPr>
          <a:xfrm>
            <a:off x="1524924" y="384098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love</a:t>
            </a:r>
            <a:endParaRPr lang="de-DE" sz="1400" dirty="0"/>
          </a:p>
        </p:txBody>
      </p:sp>
      <p:sp>
        <p:nvSpPr>
          <p:cNvPr id="9" name="Textfeld 19">
            <a:extLst>
              <a:ext uri="{FF2B5EF4-FFF2-40B4-BE49-F238E27FC236}">
                <a16:creationId xmlns:a16="http://schemas.microsoft.com/office/drawing/2014/main" id="{A75B2969-FCA8-A47B-E21A-674BEFA339CC}"/>
              </a:ext>
            </a:extLst>
          </p:cNvPr>
          <p:cNvSpPr txBox="1"/>
          <p:nvPr/>
        </p:nvSpPr>
        <p:spPr>
          <a:xfrm>
            <a:off x="2407346" y="3840989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cats</a:t>
            </a:r>
            <a:endParaRPr lang="de-DE" sz="1400" dirty="0"/>
          </a:p>
        </p:txBody>
      </p:sp>
      <p:cxnSp>
        <p:nvCxnSpPr>
          <p:cNvPr id="10" name="Gerade Verbindung mit Pfeil 25">
            <a:extLst>
              <a:ext uri="{FF2B5EF4-FFF2-40B4-BE49-F238E27FC236}">
                <a16:creationId xmlns:a16="http://schemas.microsoft.com/office/drawing/2014/main" id="{A45092E5-E4DF-C42B-28AE-B32F2D5EDFDD}"/>
              </a:ext>
            </a:extLst>
          </p:cNvPr>
          <p:cNvCxnSpPr>
            <a:cxnSpLocks/>
          </p:cNvCxnSpPr>
          <p:nvPr/>
        </p:nvCxnSpPr>
        <p:spPr>
          <a:xfrm flipV="1">
            <a:off x="927382" y="317091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28">
            <a:extLst>
              <a:ext uri="{FF2B5EF4-FFF2-40B4-BE49-F238E27FC236}">
                <a16:creationId xmlns:a16="http://schemas.microsoft.com/office/drawing/2014/main" id="{CCBDB6D8-6B61-A8B3-1F4B-BE56E69FCDA3}"/>
              </a:ext>
            </a:extLst>
          </p:cNvPr>
          <p:cNvCxnSpPr>
            <a:cxnSpLocks/>
          </p:cNvCxnSpPr>
          <p:nvPr/>
        </p:nvCxnSpPr>
        <p:spPr>
          <a:xfrm flipV="1">
            <a:off x="1754908" y="318243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30">
            <a:extLst>
              <a:ext uri="{FF2B5EF4-FFF2-40B4-BE49-F238E27FC236}">
                <a16:creationId xmlns:a16="http://schemas.microsoft.com/office/drawing/2014/main" id="{588B3D93-D344-42B2-106B-26A4144371B1}"/>
              </a:ext>
            </a:extLst>
          </p:cNvPr>
          <p:cNvCxnSpPr>
            <a:cxnSpLocks/>
          </p:cNvCxnSpPr>
          <p:nvPr/>
        </p:nvCxnSpPr>
        <p:spPr>
          <a:xfrm flipV="1">
            <a:off x="2576729" y="316836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6">
            <a:extLst>
              <a:ext uri="{FF2B5EF4-FFF2-40B4-BE49-F238E27FC236}">
                <a16:creationId xmlns:a16="http://schemas.microsoft.com/office/drawing/2014/main" id="{BC044A13-B28E-6854-E2D8-8E9EC146F256}"/>
              </a:ext>
            </a:extLst>
          </p:cNvPr>
          <p:cNvGrpSpPr/>
          <p:nvPr/>
        </p:nvGrpSpPr>
        <p:grpSpPr>
          <a:xfrm>
            <a:off x="646443" y="2088919"/>
            <a:ext cx="492733" cy="656532"/>
            <a:chOff x="9357462" y="2078849"/>
            <a:chExt cx="492733" cy="656532"/>
          </a:xfrm>
        </p:grpSpPr>
        <p:sp>
          <p:nvSpPr>
            <p:cNvPr id="14" name="Textfeld 52">
              <a:extLst>
                <a:ext uri="{FF2B5EF4-FFF2-40B4-BE49-F238E27FC236}">
                  <a16:creationId xmlns:a16="http://schemas.microsoft.com/office/drawing/2014/main" id="{86F75300-5FAD-FF72-6741-3936F0F8586B}"/>
                </a:ext>
              </a:extLst>
            </p:cNvPr>
            <p:cNvSpPr txBox="1"/>
            <p:nvPr/>
          </p:nvSpPr>
          <p:spPr>
            <a:xfrm>
              <a:off x="9357462" y="2078849"/>
              <a:ext cx="492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ich</a:t>
              </a:r>
            </a:p>
          </p:txBody>
        </p:sp>
        <p:cxnSp>
          <p:nvCxnSpPr>
            <p:cNvPr id="15" name="Gerade Verbindung mit Pfeil 66">
              <a:extLst>
                <a:ext uri="{FF2B5EF4-FFF2-40B4-BE49-F238E27FC236}">
                  <a16:creationId xmlns:a16="http://schemas.microsoft.com/office/drawing/2014/main" id="{CFDD1AB4-3D11-D675-C7C9-844B71660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2375381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pieren 17">
            <a:extLst>
              <a:ext uri="{FF2B5EF4-FFF2-40B4-BE49-F238E27FC236}">
                <a16:creationId xmlns:a16="http://schemas.microsoft.com/office/drawing/2014/main" id="{F84C7B07-1AA7-C1CD-44F1-C031652303BF}"/>
              </a:ext>
            </a:extLst>
          </p:cNvPr>
          <p:cNvGrpSpPr/>
          <p:nvPr/>
        </p:nvGrpSpPr>
        <p:grpSpPr>
          <a:xfrm>
            <a:off x="1420115" y="2083983"/>
            <a:ext cx="578869" cy="665561"/>
            <a:chOff x="9722708" y="2074027"/>
            <a:chExt cx="578869" cy="665561"/>
          </a:xfrm>
        </p:grpSpPr>
        <p:cxnSp>
          <p:nvCxnSpPr>
            <p:cNvPr id="17" name="Gerade Verbindung mit Pfeil 51">
              <a:extLst>
                <a:ext uri="{FF2B5EF4-FFF2-40B4-BE49-F238E27FC236}">
                  <a16:creationId xmlns:a16="http://schemas.microsoft.com/office/drawing/2014/main" id="{E2207B71-9509-AC85-DE4B-39C135FE5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215" y="2379588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67">
              <a:extLst>
                <a:ext uri="{FF2B5EF4-FFF2-40B4-BE49-F238E27FC236}">
                  <a16:creationId xmlns:a16="http://schemas.microsoft.com/office/drawing/2014/main" id="{D1FA5321-0CAB-8F97-9750-D85044CD199B}"/>
                </a:ext>
              </a:extLst>
            </p:cNvPr>
            <p:cNvSpPr txBox="1"/>
            <p:nvPr/>
          </p:nvSpPr>
          <p:spPr>
            <a:xfrm>
              <a:off x="9722708" y="2074027"/>
              <a:ext cx="578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B050"/>
                  </a:solidFill>
                </a:rPr>
                <a:t>liebe</a:t>
              </a:r>
            </a:p>
          </p:txBody>
        </p:sp>
      </p:grpSp>
      <p:grpSp>
        <p:nvGrpSpPr>
          <p:cNvPr id="19" name="Gruppieren 20">
            <a:extLst>
              <a:ext uri="{FF2B5EF4-FFF2-40B4-BE49-F238E27FC236}">
                <a16:creationId xmlns:a16="http://schemas.microsoft.com/office/drawing/2014/main" id="{F455FA92-9D03-6FBD-9066-110DD6AFFC70}"/>
              </a:ext>
            </a:extLst>
          </p:cNvPr>
          <p:cNvGrpSpPr/>
          <p:nvPr/>
        </p:nvGrpSpPr>
        <p:grpSpPr>
          <a:xfrm>
            <a:off x="2279923" y="2080743"/>
            <a:ext cx="1460511" cy="681830"/>
            <a:chOff x="10179795" y="2069205"/>
            <a:chExt cx="1460511" cy="681830"/>
          </a:xfrm>
        </p:grpSpPr>
        <p:cxnSp>
          <p:nvCxnSpPr>
            <p:cNvPr id="20" name="Gerade Verbindung mit Pfeil 65">
              <a:extLst>
                <a:ext uri="{FF2B5EF4-FFF2-40B4-BE49-F238E27FC236}">
                  <a16:creationId xmlns:a16="http://schemas.microsoft.com/office/drawing/2014/main" id="{1CBAD641-9D7A-C11C-8359-C32E5FEDF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239103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68">
              <a:extLst>
                <a:ext uri="{FF2B5EF4-FFF2-40B4-BE49-F238E27FC236}">
                  <a16:creationId xmlns:a16="http://schemas.microsoft.com/office/drawing/2014/main" id="{5C6CDC58-5173-EB97-A8B1-F25064FA6018}"/>
                </a:ext>
              </a:extLst>
            </p:cNvPr>
            <p:cNvSpPr txBox="1"/>
            <p:nvPr/>
          </p:nvSpPr>
          <p:spPr>
            <a:xfrm>
              <a:off x="10179795" y="2069205"/>
              <a:ext cx="14605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2F528F"/>
                  </a:solidFill>
                </a:rPr>
                <a:t>Katzen</a:t>
              </a:r>
            </a:p>
          </p:txBody>
        </p:sp>
      </p:grpSp>
      <p:sp>
        <p:nvSpPr>
          <p:cNvPr id="22" name="Textfeld 11">
            <a:extLst>
              <a:ext uri="{FF2B5EF4-FFF2-40B4-BE49-F238E27FC236}">
                <a16:creationId xmlns:a16="http://schemas.microsoft.com/office/drawing/2014/main" id="{F528E5C3-32F6-DBEC-961C-F7A3642AF7E8}"/>
              </a:ext>
            </a:extLst>
          </p:cNvPr>
          <p:cNvSpPr txBox="1"/>
          <p:nvPr/>
        </p:nvSpPr>
        <p:spPr>
          <a:xfrm>
            <a:off x="712191" y="411302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t=1</a:t>
            </a:r>
          </a:p>
        </p:txBody>
      </p:sp>
      <p:sp>
        <p:nvSpPr>
          <p:cNvPr id="23" name="Textfeld 18">
            <a:extLst>
              <a:ext uri="{FF2B5EF4-FFF2-40B4-BE49-F238E27FC236}">
                <a16:creationId xmlns:a16="http://schemas.microsoft.com/office/drawing/2014/main" id="{598D9828-3E59-08D6-37B4-BEA42166B614}"/>
              </a:ext>
            </a:extLst>
          </p:cNvPr>
          <p:cNvSpPr txBox="1"/>
          <p:nvPr/>
        </p:nvSpPr>
        <p:spPr>
          <a:xfrm>
            <a:off x="1519283" y="411302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t=2</a:t>
            </a:r>
          </a:p>
        </p:txBody>
      </p:sp>
      <p:sp>
        <p:nvSpPr>
          <p:cNvPr id="24" name="Textfeld 19">
            <a:extLst>
              <a:ext uri="{FF2B5EF4-FFF2-40B4-BE49-F238E27FC236}">
                <a16:creationId xmlns:a16="http://schemas.microsoft.com/office/drawing/2014/main" id="{68CC9DE5-841B-8E61-B470-FE0ADB345F0D}"/>
              </a:ext>
            </a:extLst>
          </p:cNvPr>
          <p:cNvSpPr txBox="1"/>
          <p:nvPr/>
        </p:nvSpPr>
        <p:spPr>
          <a:xfrm>
            <a:off x="2401705" y="4113029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t=3</a:t>
            </a:r>
          </a:p>
        </p:txBody>
      </p:sp>
      <p:sp>
        <p:nvSpPr>
          <p:cNvPr id="25" name="Rechteck 32">
            <a:extLst>
              <a:ext uri="{FF2B5EF4-FFF2-40B4-BE49-F238E27FC236}">
                <a16:creationId xmlns:a16="http://schemas.microsoft.com/office/drawing/2014/main" id="{ABE2520F-62FD-7DA3-9509-B0A6BDA03A87}"/>
              </a:ext>
            </a:extLst>
          </p:cNvPr>
          <p:cNvSpPr/>
          <p:nvPr/>
        </p:nvSpPr>
        <p:spPr>
          <a:xfrm>
            <a:off x="703927" y="2780078"/>
            <a:ext cx="492734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NN</a:t>
            </a:r>
          </a:p>
        </p:txBody>
      </p:sp>
      <p:sp>
        <p:nvSpPr>
          <p:cNvPr id="26" name="Rechteck 32">
            <a:extLst>
              <a:ext uri="{FF2B5EF4-FFF2-40B4-BE49-F238E27FC236}">
                <a16:creationId xmlns:a16="http://schemas.microsoft.com/office/drawing/2014/main" id="{0E47017A-DA5C-7ED9-CCA5-1B201B8BB0E2}"/>
              </a:ext>
            </a:extLst>
          </p:cNvPr>
          <p:cNvSpPr/>
          <p:nvPr/>
        </p:nvSpPr>
        <p:spPr>
          <a:xfrm>
            <a:off x="1519283" y="2786155"/>
            <a:ext cx="492734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NN</a:t>
            </a:r>
          </a:p>
        </p:txBody>
      </p:sp>
      <p:sp>
        <p:nvSpPr>
          <p:cNvPr id="27" name="Rechteck 32">
            <a:extLst>
              <a:ext uri="{FF2B5EF4-FFF2-40B4-BE49-F238E27FC236}">
                <a16:creationId xmlns:a16="http://schemas.microsoft.com/office/drawing/2014/main" id="{B02921C9-0BC1-5BCC-31DC-274EFCF53D5F}"/>
              </a:ext>
            </a:extLst>
          </p:cNvPr>
          <p:cNvSpPr/>
          <p:nvPr/>
        </p:nvSpPr>
        <p:spPr>
          <a:xfrm>
            <a:off x="2334639" y="2786155"/>
            <a:ext cx="492734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NN</a:t>
            </a:r>
          </a:p>
        </p:txBody>
      </p:sp>
      <p:cxnSp>
        <p:nvCxnSpPr>
          <p:cNvPr id="28" name="Gerade Verbindung mit Pfeil 28">
            <a:extLst>
              <a:ext uri="{FF2B5EF4-FFF2-40B4-BE49-F238E27FC236}">
                <a16:creationId xmlns:a16="http://schemas.microsoft.com/office/drawing/2014/main" id="{C86D60EA-CFB3-8919-DFED-5B1C70E05212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1196661" y="2970285"/>
            <a:ext cx="322622" cy="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28">
            <a:extLst>
              <a:ext uri="{FF2B5EF4-FFF2-40B4-BE49-F238E27FC236}">
                <a16:creationId xmlns:a16="http://schemas.microsoft.com/office/drawing/2014/main" id="{81B8DA36-4FEE-4307-7808-480F9AEF504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2012017" y="2976362"/>
            <a:ext cx="322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AC4AC2CB-0AA8-C31E-BCF8-BCFEDBE12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2241550"/>
            <a:ext cx="31242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4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11">
            <a:extLst>
              <a:ext uri="{FF2B5EF4-FFF2-40B4-BE49-F238E27FC236}">
                <a16:creationId xmlns:a16="http://schemas.microsoft.com/office/drawing/2014/main" id="{BCFF153F-5A13-E08A-1C27-3F4875A9E60A}"/>
              </a:ext>
            </a:extLst>
          </p:cNvPr>
          <p:cNvSpPr txBox="1"/>
          <p:nvPr/>
        </p:nvSpPr>
        <p:spPr>
          <a:xfrm>
            <a:off x="717832" y="3840989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/>
              <a:t>i</a:t>
            </a:r>
          </a:p>
        </p:txBody>
      </p:sp>
      <p:sp>
        <p:nvSpPr>
          <p:cNvPr id="6" name="Ellipse 13">
            <a:extLst>
              <a:ext uri="{FF2B5EF4-FFF2-40B4-BE49-F238E27FC236}">
                <a16:creationId xmlns:a16="http://schemas.microsoft.com/office/drawing/2014/main" id="{228F8039-4A9C-47D8-6778-CDC7311491D9}"/>
              </a:ext>
            </a:extLst>
          </p:cNvPr>
          <p:cNvSpPr>
            <a:spLocks noChangeAspect="1"/>
          </p:cNvSpPr>
          <p:nvPr/>
        </p:nvSpPr>
        <p:spPr>
          <a:xfrm>
            <a:off x="805088" y="3539391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7" name="Ellipse 14">
            <a:extLst>
              <a:ext uri="{FF2B5EF4-FFF2-40B4-BE49-F238E27FC236}">
                <a16:creationId xmlns:a16="http://schemas.microsoft.com/office/drawing/2014/main" id="{B2DC210A-1BDC-E422-D5BA-89327682F881}"/>
              </a:ext>
            </a:extLst>
          </p:cNvPr>
          <p:cNvSpPr>
            <a:spLocks noChangeAspect="1"/>
          </p:cNvSpPr>
          <p:nvPr/>
        </p:nvSpPr>
        <p:spPr>
          <a:xfrm>
            <a:off x="1224188" y="3539390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8" name="Ellipse 15">
            <a:extLst>
              <a:ext uri="{FF2B5EF4-FFF2-40B4-BE49-F238E27FC236}">
                <a16:creationId xmlns:a16="http://schemas.microsoft.com/office/drawing/2014/main" id="{10FA43B7-5A01-625D-3D71-49FBC4F0A02C}"/>
              </a:ext>
            </a:extLst>
          </p:cNvPr>
          <p:cNvSpPr>
            <a:spLocks noChangeAspect="1"/>
          </p:cNvSpPr>
          <p:nvPr/>
        </p:nvSpPr>
        <p:spPr>
          <a:xfrm>
            <a:off x="1643288" y="3539389"/>
            <a:ext cx="244588" cy="24447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9" name="Textfeld 18">
            <a:extLst>
              <a:ext uri="{FF2B5EF4-FFF2-40B4-BE49-F238E27FC236}">
                <a16:creationId xmlns:a16="http://schemas.microsoft.com/office/drawing/2014/main" id="{81F9A9D7-2C12-172B-9D70-E30AEDDEEEDC}"/>
              </a:ext>
            </a:extLst>
          </p:cNvPr>
          <p:cNvSpPr txBox="1"/>
          <p:nvPr/>
        </p:nvSpPr>
        <p:spPr>
          <a:xfrm>
            <a:off x="1116498" y="3841103"/>
            <a:ext cx="419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love</a:t>
            </a:r>
            <a:endParaRPr lang="de-DE" sz="1400" dirty="0"/>
          </a:p>
        </p:txBody>
      </p:sp>
      <p:sp>
        <p:nvSpPr>
          <p:cNvPr id="10" name="Textfeld 19">
            <a:extLst>
              <a:ext uri="{FF2B5EF4-FFF2-40B4-BE49-F238E27FC236}">
                <a16:creationId xmlns:a16="http://schemas.microsoft.com/office/drawing/2014/main" id="{D644B03A-3B2C-B1A1-7D09-8AC428205CFA}"/>
              </a:ext>
            </a:extLst>
          </p:cNvPr>
          <p:cNvSpPr txBox="1"/>
          <p:nvPr/>
        </p:nvSpPr>
        <p:spPr>
          <a:xfrm>
            <a:off x="1596199" y="3839521"/>
            <a:ext cx="4191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/>
              <a:t>cats</a:t>
            </a:r>
            <a:endParaRPr lang="de-DE" sz="1400" dirty="0"/>
          </a:p>
        </p:txBody>
      </p:sp>
      <p:cxnSp>
        <p:nvCxnSpPr>
          <p:cNvPr id="11" name="Gerade Verbindung mit Pfeil 25">
            <a:extLst>
              <a:ext uri="{FF2B5EF4-FFF2-40B4-BE49-F238E27FC236}">
                <a16:creationId xmlns:a16="http://schemas.microsoft.com/office/drawing/2014/main" id="{0557F2C0-26F7-6DE8-9534-915973FF61E2}"/>
              </a:ext>
            </a:extLst>
          </p:cNvPr>
          <p:cNvCxnSpPr>
            <a:cxnSpLocks/>
          </p:cNvCxnSpPr>
          <p:nvPr/>
        </p:nvCxnSpPr>
        <p:spPr>
          <a:xfrm flipV="1">
            <a:off x="927382" y="317091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28">
            <a:extLst>
              <a:ext uri="{FF2B5EF4-FFF2-40B4-BE49-F238E27FC236}">
                <a16:creationId xmlns:a16="http://schemas.microsoft.com/office/drawing/2014/main" id="{9F7E07C2-B3A8-D84A-9F49-7C2FCBB77C84}"/>
              </a:ext>
            </a:extLst>
          </p:cNvPr>
          <p:cNvCxnSpPr>
            <a:cxnSpLocks/>
          </p:cNvCxnSpPr>
          <p:nvPr/>
        </p:nvCxnSpPr>
        <p:spPr>
          <a:xfrm flipV="1">
            <a:off x="1346482" y="318255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30">
            <a:extLst>
              <a:ext uri="{FF2B5EF4-FFF2-40B4-BE49-F238E27FC236}">
                <a16:creationId xmlns:a16="http://schemas.microsoft.com/office/drawing/2014/main" id="{0B499316-291C-2C69-8E8E-21422A642102}"/>
              </a:ext>
            </a:extLst>
          </p:cNvPr>
          <p:cNvCxnSpPr>
            <a:cxnSpLocks/>
          </p:cNvCxnSpPr>
          <p:nvPr/>
        </p:nvCxnSpPr>
        <p:spPr>
          <a:xfrm flipV="1">
            <a:off x="1765582" y="316689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32">
            <a:extLst>
              <a:ext uri="{FF2B5EF4-FFF2-40B4-BE49-F238E27FC236}">
                <a16:creationId xmlns:a16="http://schemas.microsoft.com/office/drawing/2014/main" id="{ADCD9513-BCD6-2A53-22B2-5C94723F2956}"/>
              </a:ext>
            </a:extLst>
          </p:cNvPr>
          <p:cNvSpPr/>
          <p:nvPr/>
        </p:nvSpPr>
        <p:spPr>
          <a:xfrm>
            <a:off x="862125" y="2766496"/>
            <a:ext cx="952881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Encoder</a:t>
            </a:r>
          </a:p>
        </p:txBody>
      </p:sp>
      <p:cxnSp>
        <p:nvCxnSpPr>
          <p:cNvPr id="15" name="Gerade Verbindung mit Pfeil 37">
            <a:extLst>
              <a:ext uri="{FF2B5EF4-FFF2-40B4-BE49-F238E27FC236}">
                <a16:creationId xmlns:a16="http://schemas.microsoft.com/office/drawing/2014/main" id="{A1EF4B00-4233-6994-46FA-27CAC0FD299C}"/>
              </a:ext>
            </a:extLst>
          </p:cNvPr>
          <p:cNvCxnSpPr>
            <a:cxnSpLocks/>
          </p:cNvCxnSpPr>
          <p:nvPr/>
        </p:nvCxnSpPr>
        <p:spPr>
          <a:xfrm flipV="1">
            <a:off x="1346482" y="237998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38">
                <a:extLst>
                  <a:ext uri="{FF2B5EF4-FFF2-40B4-BE49-F238E27FC236}">
                    <a16:creationId xmlns:a16="http://schemas.microsoft.com/office/drawing/2014/main" id="{D3598DBA-92EB-701D-7C29-1D576F925988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16" name="Textfeld 38">
                <a:extLst>
                  <a:ext uri="{FF2B5EF4-FFF2-40B4-BE49-F238E27FC236}">
                    <a16:creationId xmlns:a16="http://schemas.microsoft.com/office/drawing/2014/main" id="{D3598DBA-92EB-701D-7C29-1D576F925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76">
                <a:extLst>
                  <a:ext uri="{FF2B5EF4-FFF2-40B4-BE49-F238E27FC236}">
                    <a16:creationId xmlns:a16="http://schemas.microsoft.com/office/drawing/2014/main" id="{829871E2-CB12-46FF-9032-4F419B18F10F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17" name="Textfeld 76">
                <a:extLst>
                  <a:ext uri="{FF2B5EF4-FFF2-40B4-BE49-F238E27FC236}">
                    <a16:creationId xmlns:a16="http://schemas.microsoft.com/office/drawing/2014/main" id="{829871E2-CB12-46FF-9032-4F419B18F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75">
                <a:extLst>
                  <a:ext uri="{FF2B5EF4-FFF2-40B4-BE49-F238E27FC236}">
                    <a16:creationId xmlns:a16="http://schemas.microsoft.com/office/drawing/2014/main" id="{48C86E78-B63A-5BFF-ACE9-506CB53B2197}"/>
                  </a:ext>
                </a:extLst>
              </p:cNvPr>
              <p:cNvSpPr txBox="1"/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rgbClr val="2F528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>
          <p:sp>
            <p:nvSpPr>
              <p:cNvPr id="18" name="Textfeld 75">
                <a:extLst>
                  <a:ext uri="{FF2B5EF4-FFF2-40B4-BE49-F238E27FC236}">
                    <a16:creationId xmlns:a16="http://schemas.microsoft.com/office/drawing/2014/main" id="{48C86E78-B63A-5BFF-ACE9-506CB53B2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20" y="2062623"/>
                <a:ext cx="2948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F528F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77">
                <a:extLst>
                  <a:ext uri="{FF2B5EF4-FFF2-40B4-BE49-F238E27FC236}">
                    <a16:creationId xmlns:a16="http://schemas.microsoft.com/office/drawing/2014/main" id="{F67BD5AB-95E3-984C-020A-E93086C9BBF7}"/>
                  </a:ext>
                </a:extLst>
              </p:cNvPr>
              <p:cNvSpPr txBox="1"/>
              <p:nvPr/>
            </p:nvSpPr>
            <p:spPr>
              <a:xfrm>
                <a:off x="1178603" y="2062623"/>
                <a:ext cx="294890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𝑬</m:t>
                      </m:r>
                    </m:oMath>
                  </m:oMathPara>
                </a14:m>
                <a:endParaRPr lang="de-DE" sz="1600" b="1" dirty="0"/>
              </a:p>
            </p:txBody>
          </p:sp>
        </mc:Choice>
        <mc:Fallback>
          <p:sp>
            <p:nvSpPr>
              <p:cNvPr id="19" name="Textfeld 77">
                <a:extLst>
                  <a:ext uri="{FF2B5EF4-FFF2-40B4-BE49-F238E27FC236}">
                    <a16:creationId xmlns:a16="http://schemas.microsoft.com/office/drawing/2014/main" id="{F67BD5AB-95E3-984C-020A-E93086C9B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03" y="2062623"/>
                <a:ext cx="29489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1817654-421D-F849-C72C-8DE5B78848C7}"/>
              </a:ext>
            </a:extLst>
          </p:cNvPr>
          <p:cNvSpPr txBox="1"/>
          <p:nvPr/>
        </p:nvSpPr>
        <p:spPr>
          <a:xfrm>
            <a:off x="1876324" y="1903795"/>
            <a:ext cx="1345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err="1"/>
              <a:t>One</a:t>
            </a:r>
            <a:r>
              <a:rPr lang="de-DE" sz="1200" b="1" dirty="0"/>
              <a:t> </a:t>
            </a:r>
            <a:r>
              <a:rPr lang="de-DE" sz="1200" b="1" dirty="0" err="1"/>
              <a:t>vector</a:t>
            </a:r>
            <a:r>
              <a:rPr lang="de-DE" sz="1200" b="1" dirty="0"/>
              <a:t> </a:t>
            </a:r>
            <a:r>
              <a:rPr lang="de-DE" sz="1200" b="1" dirty="0" err="1"/>
              <a:t>encoding</a:t>
            </a:r>
            <a:r>
              <a:rPr lang="de-DE" sz="1200" b="1" dirty="0"/>
              <a:t> </a:t>
            </a:r>
            <a:r>
              <a:rPr lang="de-DE" sz="1200" b="1" dirty="0" err="1"/>
              <a:t>the</a:t>
            </a:r>
            <a:r>
              <a:rPr lang="de-DE" sz="1200" b="1" dirty="0"/>
              <a:t> </a:t>
            </a:r>
            <a:r>
              <a:rPr lang="de-DE" sz="1200" b="1" dirty="0" err="1"/>
              <a:t>entire</a:t>
            </a:r>
            <a:r>
              <a:rPr lang="de-DE" sz="1200" b="1" dirty="0"/>
              <a:t> </a:t>
            </a:r>
            <a:r>
              <a:rPr lang="de-DE" sz="1200" b="1" dirty="0" err="1"/>
              <a:t>input</a:t>
            </a:r>
            <a:r>
              <a:rPr lang="de-DE" sz="1200" b="1" dirty="0"/>
              <a:t> </a:t>
            </a:r>
            <a:r>
              <a:rPr lang="de-DE" sz="1200" b="1" dirty="0" err="1"/>
              <a:t>seq</a:t>
            </a:r>
            <a:endParaRPr lang="en-DE" sz="12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D3F480-4E76-DC47-D568-5BA637899BDA}"/>
              </a:ext>
            </a:extLst>
          </p:cNvPr>
          <p:cNvCxnSpPr>
            <a:cxnSpLocks/>
          </p:cNvCxnSpPr>
          <p:nvPr/>
        </p:nvCxnSpPr>
        <p:spPr>
          <a:xfrm flipH="1">
            <a:off x="1558276" y="2226961"/>
            <a:ext cx="32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uppieren 10">
            <a:extLst>
              <a:ext uri="{FF2B5EF4-FFF2-40B4-BE49-F238E27FC236}">
                <a16:creationId xmlns:a16="http://schemas.microsoft.com/office/drawing/2014/main" id="{9C865D1D-8BE4-6055-DCD8-B55F6CD25F2F}"/>
              </a:ext>
            </a:extLst>
          </p:cNvPr>
          <p:cNvGrpSpPr/>
          <p:nvPr/>
        </p:nvGrpSpPr>
        <p:grpSpPr>
          <a:xfrm>
            <a:off x="7897379" y="2682587"/>
            <a:ext cx="419100" cy="885518"/>
            <a:chOff x="9847951" y="3186182"/>
            <a:chExt cx="419100" cy="885518"/>
          </a:xfrm>
        </p:grpSpPr>
        <p:sp>
          <p:nvSpPr>
            <p:cNvPr id="23" name="Textfeld 41">
              <a:extLst>
                <a:ext uri="{FF2B5EF4-FFF2-40B4-BE49-F238E27FC236}">
                  <a16:creationId xmlns:a16="http://schemas.microsoft.com/office/drawing/2014/main" id="{32EC903B-6B7C-072F-870E-BC32A8004CA3}"/>
                </a:ext>
              </a:extLst>
            </p:cNvPr>
            <p:cNvSpPr txBox="1"/>
            <p:nvPr/>
          </p:nvSpPr>
          <p:spPr>
            <a:xfrm>
              <a:off x="9847951" y="3856256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00B050"/>
                  </a:solidFill>
                </a:rPr>
                <a:t>ich</a:t>
              </a:r>
            </a:p>
          </p:txBody>
        </p:sp>
        <p:sp>
          <p:nvSpPr>
            <p:cNvPr id="24" name="Ellipse 42">
              <a:extLst>
                <a:ext uri="{FF2B5EF4-FFF2-40B4-BE49-F238E27FC236}">
                  <a16:creationId xmlns:a16="http://schemas.microsoft.com/office/drawing/2014/main" id="{88C06B68-AC59-B4B1-D26F-73C50EEDB2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5207" y="3554658"/>
              <a:ext cx="244588" cy="244475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cxnSp>
          <p:nvCxnSpPr>
            <p:cNvPr id="25" name="Gerade Verbindung mit Pfeil 47">
              <a:extLst>
                <a:ext uri="{FF2B5EF4-FFF2-40B4-BE49-F238E27FC236}">
                  <a16:creationId xmlns:a16="http://schemas.microsoft.com/office/drawing/2014/main" id="{68968B46-0675-51AD-40C0-B8E273B4F6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7501" y="3186182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12">
            <a:extLst>
              <a:ext uri="{FF2B5EF4-FFF2-40B4-BE49-F238E27FC236}">
                <a16:creationId xmlns:a16="http://schemas.microsoft.com/office/drawing/2014/main" id="{F9B3E6DE-0DA9-38D1-EF17-1886D99A3539}"/>
              </a:ext>
            </a:extLst>
          </p:cNvPr>
          <p:cNvGrpSpPr/>
          <p:nvPr/>
        </p:nvGrpSpPr>
        <p:grpSpPr>
          <a:xfrm>
            <a:off x="8336563" y="2685190"/>
            <a:ext cx="419100" cy="872415"/>
            <a:chOff x="10287135" y="3197817"/>
            <a:chExt cx="419100" cy="872415"/>
          </a:xfrm>
        </p:grpSpPr>
        <p:sp>
          <p:nvSpPr>
            <p:cNvPr id="27" name="Ellipse 43">
              <a:extLst>
                <a:ext uri="{FF2B5EF4-FFF2-40B4-BE49-F238E27FC236}">
                  <a16:creationId xmlns:a16="http://schemas.microsoft.com/office/drawing/2014/main" id="{E4116A29-84ED-9E47-6ED8-C0F6B297EB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54307" y="3554657"/>
              <a:ext cx="244588" cy="244475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8" name="Textfeld 45">
              <a:extLst>
                <a:ext uri="{FF2B5EF4-FFF2-40B4-BE49-F238E27FC236}">
                  <a16:creationId xmlns:a16="http://schemas.microsoft.com/office/drawing/2014/main" id="{C8AFA528-D0D2-7DBA-E179-3BCCDF21FB86}"/>
                </a:ext>
              </a:extLst>
            </p:cNvPr>
            <p:cNvSpPr txBox="1"/>
            <p:nvPr/>
          </p:nvSpPr>
          <p:spPr>
            <a:xfrm>
              <a:off x="10287135" y="3854788"/>
              <a:ext cx="4191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liebe</a:t>
              </a:r>
            </a:p>
          </p:txBody>
        </p:sp>
        <p:cxnSp>
          <p:nvCxnSpPr>
            <p:cNvPr id="29" name="Gerade Verbindung mit Pfeil 48">
              <a:extLst>
                <a:ext uri="{FF2B5EF4-FFF2-40B4-BE49-F238E27FC236}">
                  <a16:creationId xmlns:a16="http://schemas.microsoft.com/office/drawing/2014/main" id="{977123E4-071A-03B4-D105-7B1A182C9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3197817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9">
            <a:extLst>
              <a:ext uri="{FF2B5EF4-FFF2-40B4-BE49-F238E27FC236}">
                <a16:creationId xmlns:a16="http://schemas.microsoft.com/office/drawing/2014/main" id="{7F5E7DA6-9F2C-B6EF-6C8D-37006283CBA5}"/>
              </a:ext>
            </a:extLst>
          </p:cNvPr>
          <p:cNvGrpSpPr/>
          <p:nvPr/>
        </p:nvGrpSpPr>
        <p:grpSpPr>
          <a:xfrm>
            <a:off x="7467964" y="2673555"/>
            <a:ext cx="419100" cy="888068"/>
            <a:chOff x="9418536" y="3182163"/>
            <a:chExt cx="419100" cy="888068"/>
          </a:xfrm>
        </p:grpSpPr>
        <p:sp>
          <p:nvSpPr>
            <p:cNvPr id="31" name="Ellipse 53">
              <a:extLst>
                <a:ext uri="{FF2B5EF4-FFF2-40B4-BE49-F238E27FC236}">
                  <a16:creationId xmlns:a16="http://schemas.microsoft.com/office/drawing/2014/main" id="{C92744B8-396F-EA62-BC70-103C8F5342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16107" y="3554655"/>
              <a:ext cx="244588" cy="244475"/>
            </a:xfrm>
            <a:prstGeom prst="ellipse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32" name="Textfeld 54">
              <a:extLst>
                <a:ext uri="{FF2B5EF4-FFF2-40B4-BE49-F238E27FC236}">
                  <a16:creationId xmlns:a16="http://schemas.microsoft.com/office/drawing/2014/main" id="{AE94848A-DF2F-783D-9F54-C6263308FECA}"/>
                </a:ext>
              </a:extLst>
            </p:cNvPr>
            <p:cNvSpPr txBox="1"/>
            <p:nvPr/>
          </p:nvSpPr>
          <p:spPr>
            <a:xfrm>
              <a:off x="9418536" y="3854787"/>
              <a:ext cx="4191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&lt;s&gt;</a:t>
              </a:r>
            </a:p>
          </p:txBody>
        </p:sp>
        <p:cxnSp>
          <p:nvCxnSpPr>
            <p:cNvPr id="33" name="Gerade Verbindung mit Pfeil 61">
              <a:extLst>
                <a:ext uri="{FF2B5EF4-FFF2-40B4-BE49-F238E27FC236}">
                  <a16:creationId xmlns:a16="http://schemas.microsoft.com/office/drawing/2014/main" id="{DBD6AA2E-5898-E810-C084-8A4669AE2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3182163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pieren 16">
            <a:extLst>
              <a:ext uri="{FF2B5EF4-FFF2-40B4-BE49-F238E27FC236}">
                <a16:creationId xmlns:a16="http://schemas.microsoft.com/office/drawing/2014/main" id="{D2B5793B-C5C0-5831-13D0-0975AE2C9B25}"/>
              </a:ext>
            </a:extLst>
          </p:cNvPr>
          <p:cNvGrpSpPr/>
          <p:nvPr/>
        </p:nvGrpSpPr>
        <p:grpSpPr>
          <a:xfrm>
            <a:off x="7406890" y="1566222"/>
            <a:ext cx="492733" cy="656532"/>
            <a:chOff x="9357462" y="2078849"/>
            <a:chExt cx="492733" cy="656532"/>
          </a:xfrm>
        </p:grpSpPr>
        <p:sp>
          <p:nvSpPr>
            <p:cNvPr id="35" name="Textfeld 52">
              <a:extLst>
                <a:ext uri="{FF2B5EF4-FFF2-40B4-BE49-F238E27FC236}">
                  <a16:creationId xmlns:a16="http://schemas.microsoft.com/office/drawing/2014/main" id="{E6AE00E7-42F9-226C-A7A2-B69FA16B8A83}"/>
                </a:ext>
              </a:extLst>
            </p:cNvPr>
            <p:cNvSpPr txBox="1"/>
            <p:nvPr/>
          </p:nvSpPr>
          <p:spPr>
            <a:xfrm>
              <a:off x="9357462" y="2078849"/>
              <a:ext cx="492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ich</a:t>
              </a:r>
            </a:p>
          </p:txBody>
        </p:sp>
        <p:cxnSp>
          <p:nvCxnSpPr>
            <p:cNvPr id="36" name="Gerade Verbindung mit Pfeil 66">
              <a:extLst>
                <a:ext uri="{FF2B5EF4-FFF2-40B4-BE49-F238E27FC236}">
                  <a16:creationId xmlns:a16="http://schemas.microsoft.com/office/drawing/2014/main" id="{8D3B3DB0-6969-C71C-5214-AD9C07CB4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8401" y="2375381"/>
              <a:ext cx="1" cy="36000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17">
            <a:extLst>
              <a:ext uri="{FF2B5EF4-FFF2-40B4-BE49-F238E27FC236}">
                <a16:creationId xmlns:a16="http://schemas.microsoft.com/office/drawing/2014/main" id="{6A100EE8-6FE2-3F54-11BF-7F1607D446CA}"/>
              </a:ext>
            </a:extLst>
          </p:cNvPr>
          <p:cNvGrpSpPr/>
          <p:nvPr/>
        </p:nvGrpSpPr>
        <p:grpSpPr>
          <a:xfrm>
            <a:off x="7772136" y="1561400"/>
            <a:ext cx="578869" cy="665561"/>
            <a:chOff x="9722708" y="2074027"/>
            <a:chExt cx="578869" cy="665561"/>
          </a:xfrm>
        </p:grpSpPr>
        <p:cxnSp>
          <p:nvCxnSpPr>
            <p:cNvPr id="38" name="Gerade Verbindung mit Pfeil 51">
              <a:extLst>
                <a:ext uri="{FF2B5EF4-FFF2-40B4-BE49-F238E27FC236}">
                  <a16:creationId xmlns:a16="http://schemas.microsoft.com/office/drawing/2014/main" id="{5ED3EBFB-792E-D6AC-1194-B335148789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215" y="2379588"/>
              <a:ext cx="0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feld 67">
              <a:extLst>
                <a:ext uri="{FF2B5EF4-FFF2-40B4-BE49-F238E27FC236}">
                  <a16:creationId xmlns:a16="http://schemas.microsoft.com/office/drawing/2014/main" id="{A880F5E6-96D1-296F-9B0D-921E85EBA547}"/>
                </a:ext>
              </a:extLst>
            </p:cNvPr>
            <p:cNvSpPr txBox="1"/>
            <p:nvPr/>
          </p:nvSpPr>
          <p:spPr>
            <a:xfrm>
              <a:off x="9722708" y="2074027"/>
              <a:ext cx="578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B050"/>
                  </a:solidFill>
                </a:rPr>
                <a:t>mag</a:t>
              </a:r>
            </a:p>
          </p:txBody>
        </p:sp>
      </p:grpSp>
      <p:sp>
        <p:nvSpPr>
          <p:cNvPr id="40" name="Rechteck 50">
            <a:extLst>
              <a:ext uri="{FF2B5EF4-FFF2-40B4-BE49-F238E27FC236}">
                <a16:creationId xmlns:a16="http://schemas.microsoft.com/office/drawing/2014/main" id="{F7E7D507-3E0C-F915-8816-36C1C827D484}"/>
              </a:ext>
            </a:extLst>
          </p:cNvPr>
          <p:cNvSpPr/>
          <p:nvPr/>
        </p:nvSpPr>
        <p:spPr>
          <a:xfrm>
            <a:off x="7603522" y="2241704"/>
            <a:ext cx="952881" cy="3804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2F528F"/>
                </a:solidFill>
              </a:rPr>
              <a:t>Decoder</a:t>
            </a:r>
          </a:p>
        </p:txBody>
      </p:sp>
      <p:grpSp>
        <p:nvGrpSpPr>
          <p:cNvPr id="41" name="Gruppieren 56">
            <a:extLst>
              <a:ext uri="{FF2B5EF4-FFF2-40B4-BE49-F238E27FC236}">
                <a16:creationId xmlns:a16="http://schemas.microsoft.com/office/drawing/2014/main" id="{24748369-D03A-19FD-5F7C-DCCD66AF9C82}"/>
              </a:ext>
            </a:extLst>
          </p:cNvPr>
          <p:cNvGrpSpPr/>
          <p:nvPr/>
        </p:nvGrpSpPr>
        <p:grpSpPr>
          <a:xfrm>
            <a:off x="7467964" y="2673555"/>
            <a:ext cx="419100" cy="888068"/>
            <a:chOff x="9570936" y="3334563"/>
            <a:chExt cx="419100" cy="888068"/>
          </a:xfrm>
        </p:grpSpPr>
        <p:sp>
          <p:nvSpPr>
            <p:cNvPr id="42" name="Ellipse 57">
              <a:extLst>
                <a:ext uri="{FF2B5EF4-FFF2-40B4-BE49-F238E27FC236}">
                  <a16:creationId xmlns:a16="http://schemas.microsoft.com/office/drawing/2014/main" id="{7908598D-2838-DFE9-0177-3867809735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68507" y="3707055"/>
              <a:ext cx="244588" cy="244475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43" name="Textfeld 58">
              <a:extLst>
                <a:ext uri="{FF2B5EF4-FFF2-40B4-BE49-F238E27FC236}">
                  <a16:creationId xmlns:a16="http://schemas.microsoft.com/office/drawing/2014/main" id="{7B8EFBC5-EE1D-4288-B9BD-E1F32AB5F3AE}"/>
                </a:ext>
              </a:extLst>
            </p:cNvPr>
            <p:cNvSpPr txBox="1"/>
            <p:nvPr/>
          </p:nvSpPr>
          <p:spPr>
            <a:xfrm>
              <a:off x="9570936" y="4007187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00B050"/>
                  </a:solidFill>
                </a:rPr>
                <a:t>&lt;s&gt;</a:t>
              </a:r>
            </a:p>
          </p:txBody>
        </p:sp>
        <p:cxnSp>
          <p:nvCxnSpPr>
            <p:cNvPr id="44" name="Gerade Verbindung mit Pfeil 60">
              <a:extLst>
                <a:ext uri="{FF2B5EF4-FFF2-40B4-BE49-F238E27FC236}">
                  <a16:creationId xmlns:a16="http://schemas.microsoft.com/office/drawing/2014/main" id="{C38D3C11-E06F-A70C-7E63-AAC0DCE05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0801" y="3334563"/>
              <a:ext cx="1" cy="360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pieren 62">
            <a:extLst>
              <a:ext uri="{FF2B5EF4-FFF2-40B4-BE49-F238E27FC236}">
                <a16:creationId xmlns:a16="http://schemas.microsoft.com/office/drawing/2014/main" id="{C5B84F67-5D53-A5D0-92DD-F3BFFF7DC99A}"/>
              </a:ext>
            </a:extLst>
          </p:cNvPr>
          <p:cNvGrpSpPr/>
          <p:nvPr/>
        </p:nvGrpSpPr>
        <p:grpSpPr>
          <a:xfrm>
            <a:off x="7467964" y="2673555"/>
            <a:ext cx="419100" cy="888068"/>
            <a:chOff x="9570936" y="3334563"/>
            <a:chExt cx="419100" cy="888068"/>
          </a:xfrm>
        </p:grpSpPr>
        <p:sp>
          <p:nvSpPr>
            <p:cNvPr id="46" name="Ellipse 63">
              <a:extLst>
                <a:ext uri="{FF2B5EF4-FFF2-40B4-BE49-F238E27FC236}">
                  <a16:creationId xmlns:a16="http://schemas.microsoft.com/office/drawing/2014/main" id="{F9B9F3F3-7568-5A0F-F7FF-10717EA85B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68507" y="3707055"/>
              <a:ext cx="244588" cy="244475"/>
            </a:xfrm>
            <a:prstGeom prst="ellipse">
              <a:avLst/>
            </a:prstGeom>
            <a:noFill/>
            <a:ln w="28575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47" name="Textfeld 64">
              <a:extLst>
                <a:ext uri="{FF2B5EF4-FFF2-40B4-BE49-F238E27FC236}">
                  <a16:creationId xmlns:a16="http://schemas.microsoft.com/office/drawing/2014/main" id="{09CF4B53-24ED-C2BD-1DF3-AE1B012B031F}"/>
                </a:ext>
              </a:extLst>
            </p:cNvPr>
            <p:cNvSpPr txBox="1"/>
            <p:nvPr/>
          </p:nvSpPr>
          <p:spPr>
            <a:xfrm>
              <a:off x="9570936" y="4007187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&lt;s&gt;</a:t>
              </a:r>
            </a:p>
          </p:txBody>
        </p:sp>
        <p:cxnSp>
          <p:nvCxnSpPr>
            <p:cNvPr id="48" name="Gerade Verbindung mit Pfeil 71">
              <a:extLst>
                <a:ext uri="{FF2B5EF4-FFF2-40B4-BE49-F238E27FC236}">
                  <a16:creationId xmlns:a16="http://schemas.microsoft.com/office/drawing/2014/main" id="{31CDDB93-1D40-F44F-4E5E-91F8F7882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0801" y="3334563"/>
              <a:ext cx="1" cy="360000"/>
            </a:xfrm>
            <a:prstGeom prst="straightConnector1">
              <a:avLst/>
            </a:prstGeom>
            <a:ln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7">
            <a:extLst>
              <a:ext uri="{FF2B5EF4-FFF2-40B4-BE49-F238E27FC236}">
                <a16:creationId xmlns:a16="http://schemas.microsoft.com/office/drawing/2014/main" id="{7ACF7C7F-4D5C-1446-902B-A54F685B85F5}"/>
              </a:ext>
            </a:extLst>
          </p:cNvPr>
          <p:cNvGrpSpPr/>
          <p:nvPr/>
        </p:nvGrpSpPr>
        <p:grpSpPr>
          <a:xfrm>
            <a:off x="7897379" y="2682587"/>
            <a:ext cx="419100" cy="885518"/>
            <a:chOff x="10000351" y="3338582"/>
            <a:chExt cx="419100" cy="885518"/>
          </a:xfrm>
        </p:grpSpPr>
        <p:sp>
          <p:nvSpPr>
            <p:cNvPr id="50" name="Textfeld 72">
              <a:extLst>
                <a:ext uri="{FF2B5EF4-FFF2-40B4-BE49-F238E27FC236}">
                  <a16:creationId xmlns:a16="http://schemas.microsoft.com/office/drawing/2014/main" id="{CBFA6D07-01FC-7C37-C6E3-48D1239D4346}"/>
                </a:ext>
              </a:extLst>
            </p:cNvPr>
            <p:cNvSpPr txBox="1"/>
            <p:nvPr/>
          </p:nvSpPr>
          <p:spPr>
            <a:xfrm>
              <a:off x="10000351" y="4008656"/>
              <a:ext cx="4191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400" dirty="0">
                  <a:solidFill>
                    <a:srgbClr val="2F528F"/>
                  </a:solidFill>
                </a:rPr>
                <a:t>ich</a:t>
              </a:r>
            </a:p>
          </p:txBody>
        </p:sp>
        <p:sp>
          <p:nvSpPr>
            <p:cNvPr id="51" name="Ellipse 73">
              <a:extLst>
                <a:ext uri="{FF2B5EF4-FFF2-40B4-BE49-F238E27FC236}">
                  <a16:creationId xmlns:a16="http://schemas.microsoft.com/office/drawing/2014/main" id="{F98FE52E-1FED-EF4D-E6BE-58741E76F3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87607" y="3707058"/>
              <a:ext cx="244588" cy="244475"/>
            </a:xfrm>
            <a:prstGeom prst="ellipse">
              <a:avLst/>
            </a:prstGeom>
            <a:noFill/>
            <a:ln w="28575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cxnSp>
          <p:nvCxnSpPr>
            <p:cNvPr id="52" name="Gerade Verbindung mit Pfeil 74">
              <a:extLst>
                <a:ext uri="{FF2B5EF4-FFF2-40B4-BE49-F238E27FC236}">
                  <a16:creationId xmlns:a16="http://schemas.microsoft.com/office/drawing/2014/main" id="{A1D80D8E-5CC4-B65B-875C-C4D7A564E3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9901" y="3338582"/>
              <a:ext cx="0" cy="360000"/>
            </a:xfrm>
            <a:prstGeom prst="straightConnector1">
              <a:avLst/>
            </a:prstGeom>
            <a:ln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Gerade Verbindung mit Pfeil 70">
            <a:extLst>
              <a:ext uri="{FF2B5EF4-FFF2-40B4-BE49-F238E27FC236}">
                <a16:creationId xmlns:a16="http://schemas.microsoft.com/office/drawing/2014/main" id="{26AF9753-55E5-6740-F7C8-AF6A4BCAB9C1}"/>
              </a:ext>
            </a:extLst>
          </p:cNvPr>
          <p:cNvCxnSpPr>
            <a:cxnSpLocks/>
          </p:cNvCxnSpPr>
          <p:nvPr/>
        </p:nvCxnSpPr>
        <p:spPr>
          <a:xfrm>
            <a:off x="6262244" y="2438266"/>
            <a:ext cx="1341278" cy="890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feld 77">
                <a:extLst>
                  <a:ext uri="{FF2B5EF4-FFF2-40B4-BE49-F238E27FC236}">
                    <a16:creationId xmlns:a16="http://schemas.microsoft.com/office/drawing/2014/main" id="{BC69366C-08CB-4F44-F2CE-29BC70390A82}"/>
                  </a:ext>
                </a:extLst>
              </p:cNvPr>
              <p:cNvSpPr txBox="1"/>
              <p:nvPr/>
            </p:nvSpPr>
            <p:spPr>
              <a:xfrm>
                <a:off x="5962637" y="2269879"/>
                <a:ext cx="294890" cy="33855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𝑬</m:t>
                      </m:r>
                    </m:oMath>
                  </m:oMathPara>
                </a14:m>
                <a:endParaRPr lang="de-DE" sz="1600" b="1" dirty="0"/>
              </a:p>
            </p:txBody>
          </p:sp>
        </mc:Choice>
        <mc:Fallback>
          <p:sp>
            <p:nvSpPr>
              <p:cNvPr id="54" name="Textfeld 77">
                <a:extLst>
                  <a:ext uri="{FF2B5EF4-FFF2-40B4-BE49-F238E27FC236}">
                    <a16:creationId xmlns:a16="http://schemas.microsoft.com/office/drawing/2014/main" id="{BC69366C-08CB-4F44-F2CE-29BC70390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37" y="2269879"/>
                <a:ext cx="29489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pieren 20">
            <a:extLst>
              <a:ext uri="{FF2B5EF4-FFF2-40B4-BE49-F238E27FC236}">
                <a16:creationId xmlns:a16="http://schemas.microsoft.com/office/drawing/2014/main" id="{4997BA83-CE64-1FD1-5F7C-221192C88029}"/>
              </a:ext>
            </a:extLst>
          </p:cNvPr>
          <p:cNvGrpSpPr/>
          <p:nvPr/>
        </p:nvGrpSpPr>
        <p:grpSpPr>
          <a:xfrm>
            <a:off x="8239772" y="1561400"/>
            <a:ext cx="1460511" cy="681830"/>
            <a:chOff x="10179795" y="2069205"/>
            <a:chExt cx="1460511" cy="681830"/>
          </a:xfrm>
        </p:grpSpPr>
        <p:cxnSp>
          <p:nvCxnSpPr>
            <p:cNvPr id="58" name="Gerade Verbindung mit Pfeil 65">
              <a:extLst>
                <a:ext uri="{FF2B5EF4-FFF2-40B4-BE49-F238E27FC236}">
                  <a16:creationId xmlns:a16="http://schemas.microsoft.com/office/drawing/2014/main" id="{6A37A0E2-8F0C-E001-3753-10D8B5394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6601" y="239103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68">
              <a:extLst>
                <a:ext uri="{FF2B5EF4-FFF2-40B4-BE49-F238E27FC236}">
                  <a16:creationId xmlns:a16="http://schemas.microsoft.com/office/drawing/2014/main" id="{B7C55FB8-F14A-0176-CEAB-FB65061D8DB5}"/>
                </a:ext>
              </a:extLst>
            </p:cNvPr>
            <p:cNvSpPr txBox="1"/>
            <p:nvPr/>
          </p:nvSpPr>
          <p:spPr>
            <a:xfrm>
              <a:off x="10179795" y="2069205"/>
              <a:ext cx="14605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2F528F"/>
                  </a:solidFill>
                </a:rPr>
                <a:t>Katzen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E8FBFE9-2FDD-EC61-5752-ED8F884C68C4}"/>
              </a:ext>
            </a:extLst>
          </p:cNvPr>
          <p:cNvSpPr txBox="1"/>
          <p:nvPr/>
        </p:nvSpPr>
        <p:spPr>
          <a:xfrm>
            <a:off x="5266127" y="2911091"/>
            <a:ext cx="1660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Vector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fed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decoder</a:t>
            </a:r>
            <a:r>
              <a:rPr lang="de-DE" sz="1200" dirty="0"/>
              <a:t> at </a:t>
            </a:r>
            <a:r>
              <a:rPr lang="de-DE" sz="1200" dirty="0" err="1"/>
              <a:t>each</a:t>
            </a:r>
            <a:r>
              <a:rPr lang="de-DE" sz="1200" dirty="0"/>
              <a:t> </a:t>
            </a:r>
            <a:r>
              <a:rPr lang="de-DE" sz="1200" dirty="0" err="1"/>
              <a:t>step</a:t>
            </a:r>
            <a:r>
              <a:rPr lang="de-DE" sz="1200" dirty="0"/>
              <a:t> (i.e.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each</a:t>
            </a:r>
            <a:r>
              <a:rPr lang="de-DE" sz="1200" dirty="0"/>
              <a:t> </a:t>
            </a:r>
            <a:r>
              <a:rPr lang="de-DE" sz="1200" dirty="0" err="1"/>
              <a:t>output</a:t>
            </a:r>
            <a:r>
              <a:rPr lang="de-DE" sz="1200" dirty="0"/>
              <a:t>)</a:t>
            </a:r>
            <a:endParaRPr lang="en-DE" sz="12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C3581C-8816-D2B4-9FF9-5B5053575929}"/>
              </a:ext>
            </a:extLst>
          </p:cNvPr>
          <p:cNvCxnSpPr>
            <a:cxnSpLocks/>
            <a:stCxn id="60" idx="0"/>
            <a:endCxn id="54" idx="2"/>
          </p:cNvCxnSpPr>
          <p:nvPr/>
        </p:nvCxnSpPr>
        <p:spPr>
          <a:xfrm flipV="1">
            <a:off x="6096349" y="2608433"/>
            <a:ext cx="13733" cy="302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C864607-82D8-0B0C-1164-D6E38021783E}"/>
              </a:ext>
            </a:extLst>
          </p:cNvPr>
          <p:cNvSpPr txBox="1"/>
          <p:nvPr/>
        </p:nvSpPr>
        <p:spPr>
          <a:xfrm>
            <a:off x="7011454" y="3631317"/>
            <a:ext cx="2190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each</a:t>
            </a:r>
            <a:r>
              <a:rPr lang="de-DE" sz="1200" dirty="0"/>
              <a:t> </a:t>
            </a:r>
            <a:r>
              <a:rPr lang="de-DE" sz="1200" dirty="0" err="1"/>
              <a:t>newly</a:t>
            </a:r>
            <a:r>
              <a:rPr lang="de-DE" sz="1200" dirty="0"/>
              <a:t> </a:t>
            </a:r>
            <a:r>
              <a:rPr lang="de-DE" sz="1200" dirty="0" err="1"/>
              <a:t>generated</a:t>
            </a:r>
            <a:r>
              <a:rPr lang="de-DE" sz="1200" dirty="0"/>
              <a:t> </a:t>
            </a:r>
            <a:r>
              <a:rPr lang="de-DE" sz="1200" dirty="0" err="1"/>
              <a:t>word</a:t>
            </a:r>
            <a:r>
              <a:rPr lang="de-DE" sz="1200" dirty="0"/>
              <a:t>,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correct</a:t>
            </a:r>
            <a:r>
              <a:rPr lang="de-DE" sz="1200" dirty="0"/>
              <a:t> </a:t>
            </a:r>
            <a:r>
              <a:rPr lang="de-DE" sz="1200" dirty="0" err="1"/>
              <a:t>previous</a:t>
            </a:r>
            <a:r>
              <a:rPr lang="de-DE" sz="1200" dirty="0"/>
              <a:t> </a:t>
            </a:r>
            <a:r>
              <a:rPr lang="de-DE" sz="1200" dirty="0" err="1"/>
              <a:t>word</a:t>
            </a:r>
            <a:r>
              <a:rPr lang="de-DE" sz="1200" dirty="0"/>
              <a:t>(s) </a:t>
            </a:r>
            <a:r>
              <a:rPr lang="de-DE" sz="1200" dirty="0" err="1"/>
              <a:t>from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labels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/</a:t>
            </a:r>
            <a:r>
              <a:rPr lang="de-DE" sz="1200" dirty="0" err="1"/>
              <a:t>are</a:t>
            </a:r>
            <a:r>
              <a:rPr lang="de-DE" sz="1200" dirty="0"/>
              <a:t> also </a:t>
            </a:r>
            <a:r>
              <a:rPr lang="de-DE" sz="1200" dirty="0" err="1"/>
              <a:t>fed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decoder</a:t>
            </a:r>
            <a:endParaRPr lang="en-DE" sz="120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329ACB0-024F-1255-6C0A-3208F5CF53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53724" y="4046816"/>
            <a:ext cx="4445000" cy="2946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7606107-DD10-98FC-3D91-C1A515BCE1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07200" y="4426804"/>
            <a:ext cx="4445000" cy="2946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3CB6AF1-F017-E90F-18C5-47FFCA6203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3500" y="1955800"/>
            <a:ext cx="44450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7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956646-086A-8A29-F5A1-B57E63CF3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4" y="1406561"/>
            <a:ext cx="11757993" cy="39687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07C0F8-75BF-F6A6-3662-5C49620F8E28}"/>
                  </a:ext>
                </a:extLst>
              </p:cNvPr>
              <p:cNvSpPr txBox="1"/>
              <p:nvPr/>
            </p:nvSpPr>
            <p:spPr>
              <a:xfrm>
                <a:off x="2478157" y="3273287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07C0F8-75BF-F6A6-3662-5C49620F8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7" y="3273287"/>
                <a:ext cx="424069" cy="369332"/>
              </a:xfrm>
              <a:prstGeom prst="rect">
                <a:avLst/>
              </a:prstGeom>
              <a:blipFill>
                <a:blip r:embed="rId3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34A4A0-1C7E-C456-3E03-7A03A48EA10A}"/>
                  </a:ext>
                </a:extLst>
              </p:cNvPr>
              <p:cNvSpPr txBox="1"/>
              <p:nvPr/>
            </p:nvSpPr>
            <p:spPr>
              <a:xfrm>
                <a:off x="1384852" y="400878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34A4A0-1C7E-C456-3E03-7A03A48EA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852" y="4008782"/>
                <a:ext cx="424069" cy="369332"/>
              </a:xfrm>
              <a:prstGeom prst="rect">
                <a:avLst/>
              </a:prstGeom>
              <a:blipFill>
                <a:blip r:embed="rId4"/>
                <a:stretch>
                  <a:fillRect r="-1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0D167F-9B1E-C668-DBD1-B984AA060947}"/>
                  </a:ext>
                </a:extLst>
              </p:cNvPr>
              <p:cNvSpPr txBox="1"/>
              <p:nvPr/>
            </p:nvSpPr>
            <p:spPr>
              <a:xfrm>
                <a:off x="1358347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0D167F-9B1E-C668-DBD1-B984AA060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47" y="2440130"/>
                <a:ext cx="424069" cy="391261"/>
              </a:xfrm>
              <a:prstGeom prst="rect">
                <a:avLst/>
              </a:prstGeom>
              <a:blipFill>
                <a:blip r:embed="rId5"/>
                <a:stretch>
                  <a:fillRect r="-26471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020758-5D25-6F0A-763A-22A61193D519}"/>
                  </a:ext>
                </a:extLst>
              </p:cNvPr>
              <p:cNvSpPr txBox="1"/>
              <p:nvPr/>
            </p:nvSpPr>
            <p:spPr>
              <a:xfrm>
                <a:off x="4740967" y="400878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020758-5D25-6F0A-763A-22A61193D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967" y="4008782"/>
                <a:ext cx="424069" cy="369332"/>
              </a:xfrm>
              <a:prstGeom prst="rect">
                <a:avLst/>
              </a:prstGeom>
              <a:blipFill>
                <a:blip r:embed="rId6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1DDC80-737B-449D-6D7E-26B4C30D3821}"/>
                  </a:ext>
                </a:extLst>
              </p:cNvPr>
              <p:cNvSpPr txBox="1"/>
              <p:nvPr/>
            </p:nvSpPr>
            <p:spPr>
              <a:xfrm>
                <a:off x="4714462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1DDC80-737B-449D-6D7E-26B4C30D3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62" y="2440130"/>
                <a:ext cx="424069" cy="391261"/>
              </a:xfrm>
              <a:prstGeom prst="rect">
                <a:avLst/>
              </a:prstGeom>
              <a:blipFill>
                <a:blip r:embed="rId7"/>
                <a:stretch>
                  <a:fillRect r="-26471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DCEED2-F5F9-C2E3-CADA-F402F4B655A4}"/>
                  </a:ext>
                </a:extLst>
              </p:cNvPr>
              <p:cNvSpPr txBox="1"/>
              <p:nvPr/>
            </p:nvSpPr>
            <p:spPr>
              <a:xfrm>
                <a:off x="6417366" y="400878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DCEED2-F5F9-C2E3-CADA-F402F4B65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366" y="4008782"/>
                <a:ext cx="424069" cy="369332"/>
              </a:xfrm>
              <a:prstGeom prst="rect">
                <a:avLst/>
              </a:prstGeom>
              <a:blipFill>
                <a:blip r:embed="rId6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07E54A-16F3-09DC-70EE-07E4D5070525}"/>
                  </a:ext>
                </a:extLst>
              </p:cNvPr>
              <p:cNvSpPr txBox="1"/>
              <p:nvPr/>
            </p:nvSpPr>
            <p:spPr>
              <a:xfrm>
                <a:off x="6390861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07E54A-16F3-09DC-70EE-07E4D507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861" y="2440130"/>
                <a:ext cx="424069" cy="391261"/>
              </a:xfrm>
              <a:prstGeom prst="rect">
                <a:avLst/>
              </a:prstGeom>
              <a:blipFill>
                <a:blip r:embed="rId7"/>
                <a:stretch>
                  <a:fillRect r="-26471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8F1E93-6CC3-96AF-62BB-F230395C19C1}"/>
                  </a:ext>
                </a:extLst>
              </p:cNvPr>
              <p:cNvSpPr txBox="1"/>
              <p:nvPr/>
            </p:nvSpPr>
            <p:spPr>
              <a:xfrm>
                <a:off x="8136838" y="400878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8F1E93-6CC3-96AF-62BB-F230395C1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8" y="4008782"/>
                <a:ext cx="424069" cy="369332"/>
              </a:xfrm>
              <a:prstGeom prst="rect">
                <a:avLst/>
              </a:prstGeom>
              <a:blipFill>
                <a:blip r:embed="rId8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BB35E5-1E2E-F22A-06FF-DD744DF78B57}"/>
                  </a:ext>
                </a:extLst>
              </p:cNvPr>
              <p:cNvSpPr txBox="1"/>
              <p:nvPr/>
            </p:nvSpPr>
            <p:spPr>
              <a:xfrm>
                <a:off x="8110333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BB35E5-1E2E-F22A-06FF-DD744DF78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333" y="2440130"/>
                <a:ext cx="424069" cy="391261"/>
              </a:xfrm>
              <a:prstGeom prst="rect">
                <a:avLst/>
              </a:prstGeom>
              <a:blipFill>
                <a:blip r:embed="rId9"/>
                <a:stretch>
                  <a:fillRect r="-26471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E9C0B-DD6E-6E78-2C15-079C2B2FE3A1}"/>
                  </a:ext>
                </a:extLst>
              </p:cNvPr>
              <p:cNvSpPr txBox="1"/>
              <p:nvPr/>
            </p:nvSpPr>
            <p:spPr>
              <a:xfrm>
                <a:off x="9829807" y="400878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E9C0B-DD6E-6E78-2C15-079C2B2FE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807" y="4008782"/>
                <a:ext cx="424069" cy="369332"/>
              </a:xfrm>
              <a:prstGeom prst="rect">
                <a:avLst/>
              </a:prstGeom>
              <a:blipFill>
                <a:blip r:embed="rId10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B699E-098E-1BCA-B27E-B89A4C642E03}"/>
                  </a:ext>
                </a:extLst>
              </p:cNvPr>
              <p:cNvSpPr txBox="1"/>
              <p:nvPr/>
            </p:nvSpPr>
            <p:spPr>
              <a:xfrm>
                <a:off x="9803302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B699E-098E-1BCA-B27E-B89A4C642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302" y="2440130"/>
                <a:ext cx="424069" cy="391261"/>
              </a:xfrm>
              <a:prstGeom prst="rect">
                <a:avLst/>
              </a:prstGeom>
              <a:blipFill>
                <a:blip r:embed="rId11"/>
                <a:stretch>
                  <a:fillRect r="-25714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F9EDFC-F749-2CA3-D60A-C9CAB1E4295D}"/>
                  </a:ext>
                </a:extLst>
              </p:cNvPr>
              <p:cNvSpPr txBox="1"/>
              <p:nvPr/>
            </p:nvSpPr>
            <p:spPr>
              <a:xfrm>
                <a:off x="3770238" y="2768940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F9EDFC-F749-2CA3-D60A-C9CAB1E42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238" y="2768940"/>
                <a:ext cx="424069" cy="369332"/>
              </a:xfrm>
              <a:prstGeom prst="rect">
                <a:avLst/>
              </a:prstGeom>
              <a:blipFill>
                <a:blip r:embed="rId1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CA860F-5F7D-8100-493B-31442BF0B579}"/>
                  </a:ext>
                </a:extLst>
              </p:cNvPr>
              <p:cNvSpPr txBox="1"/>
              <p:nvPr/>
            </p:nvSpPr>
            <p:spPr>
              <a:xfrm>
                <a:off x="5476459" y="2765627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CA860F-5F7D-8100-493B-31442BF0B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459" y="2765627"/>
                <a:ext cx="424069" cy="369332"/>
              </a:xfrm>
              <a:prstGeom prst="rect">
                <a:avLst/>
              </a:prstGeom>
              <a:blipFill>
                <a:blip r:embed="rId13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FC6E65-63E8-966D-5E4B-FE6C88E8325E}"/>
                  </a:ext>
                </a:extLst>
              </p:cNvPr>
              <p:cNvSpPr txBox="1"/>
              <p:nvPr/>
            </p:nvSpPr>
            <p:spPr>
              <a:xfrm>
                <a:off x="7182680" y="2765627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FC6E65-63E8-966D-5E4B-FE6C88E83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680" y="2765627"/>
                <a:ext cx="424069" cy="369332"/>
              </a:xfrm>
              <a:prstGeom prst="rect">
                <a:avLst/>
              </a:prstGeom>
              <a:blipFill>
                <a:blip r:embed="rId14"/>
                <a:stretch>
                  <a:fillRect r="-1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D49ED5-870B-8ECD-E2D3-365AD0174512}"/>
                  </a:ext>
                </a:extLst>
              </p:cNvPr>
              <p:cNvSpPr txBox="1"/>
              <p:nvPr/>
            </p:nvSpPr>
            <p:spPr>
              <a:xfrm>
                <a:off x="8890557" y="2831391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D49ED5-870B-8ECD-E2D3-365AD0174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557" y="2831391"/>
                <a:ext cx="424069" cy="369332"/>
              </a:xfrm>
              <a:prstGeom prst="rect">
                <a:avLst/>
              </a:prstGeom>
              <a:blipFill>
                <a:blip r:embed="rId1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6E89F298-BA3B-21BF-1ACD-C49C1048E80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70238" y="4559789"/>
            <a:ext cx="7772400" cy="262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1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037A65-FEDF-70F0-E28C-58D28521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7" y="1524000"/>
            <a:ext cx="12176409" cy="37636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7A5100-DA49-610D-0625-0CC5BE077981}"/>
                  </a:ext>
                </a:extLst>
              </p:cNvPr>
              <p:cNvSpPr txBox="1"/>
              <p:nvPr/>
            </p:nvSpPr>
            <p:spPr>
              <a:xfrm>
                <a:off x="2054088" y="4280452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7A5100-DA49-610D-0625-0CC5BE077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88" y="4280452"/>
                <a:ext cx="424069" cy="369332"/>
              </a:xfrm>
              <a:prstGeom prst="rect">
                <a:avLst/>
              </a:prstGeom>
              <a:blipFill>
                <a:blip r:embed="rId3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C781B3-B182-9760-CDD8-EF16477E87AB}"/>
                  </a:ext>
                </a:extLst>
              </p:cNvPr>
              <p:cNvSpPr txBox="1"/>
              <p:nvPr/>
            </p:nvSpPr>
            <p:spPr>
              <a:xfrm>
                <a:off x="2054088" y="2440130"/>
                <a:ext cx="42406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C781B3-B182-9760-CDD8-EF16477E8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88" y="2440130"/>
                <a:ext cx="424069" cy="391261"/>
              </a:xfrm>
              <a:prstGeom prst="rect">
                <a:avLst/>
              </a:prstGeom>
              <a:blipFill>
                <a:blip r:embed="rId4"/>
                <a:stretch>
                  <a:fillRect r="-28571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E0F2E0A-A099-C6DC-746C-B35D63BEC203}"/>
              </a:ext>
            </a:extLst>
          </p:cNvPr>
          <p:cNvSpPr/>
          <p:nvPr/>
        </p:nvSpPr>
        <p:spPr>
          <a:xfrm>
            <a:off x="3564835" y="2027583"/>
            <a:ext cx="1570384" cy="579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1F2F81-D7BF-27FB-1648-B68FB8CFAA1A}"/>
              </a:ext>
            </a:extLst>
          </p:cNvPr>
          <p:cNvSpPr/>
          <p:nvPr/>
        </p:nvSpPr>
        <p:spPr>
          <a:xfrm>
            <a:off x="4610589" y="2345948"/>
            <a:ext cx="930965" cy="579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76C8516C-1117-8982-6A7D-4C362162182F}"/>
              </a:ext>
            </a:extLst>
          </p:cNvPr>
          <p:cNvSpPr/>
          <p:nvPr/>
        </p:nvSpPr>
        <p:spPr>
          <a:xfrm rot="15076732">
            <a:off x="5420138" y="2902223"/>
            <a:ext cx="66261" cy="7951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028EF0-F48C-65BC-2BA7-8AA6BEE4C41C}"/>
                  </a:ext>
                </a:extLst>
              </p:cNvPr>
              <p:cNvSpPr txBox="1"/>
              <p:nvPr/>
            </p:nvSpPr>
            <p:spPr>
              <a:xfrm>
                <a:off x="5289521" y="2529735"/>
                <a:ext cx="424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028EF0-F48C-65BC-2BA7-8AA6BEE4C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21" y="2529735"/>
                <a:ext cx="424069" cy="369332"/>
              </a:xfrm>
              <a:prstGeom prst="rect">
                <a:avLst/>
              </a:prstGeom>
              <a:blipFill>
                <a:blip r:embed="rId5"/>
                <a:stretch>
                  <a:fillRect r="-264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F27A6485-4E3F-3599-FCBD-54A522FD0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226707"/>
            <a:ext cx="7772400" cy="240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6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64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181</Words>
  <Application>Microsoft Macintosh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2024-03-31T14:47:55Z</dcterms:created>
  <dcterms:modified xsi:type="dcterms:W3CDTF">2024-04-01T19:51:50Z</dcterms:modified>
</cp:coreProperties>
</file>